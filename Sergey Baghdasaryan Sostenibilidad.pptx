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_rels/slideMaster17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5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63" r:id="rId4"/>
    <p:sldMasterId id="2147483666" r:id="rId5"/>
    <p:sldMasterId id="2147483669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4.xml"/><Relationship Id="rId5" Type="http://schemas.openxmlformats.org/officeDocument/2006/relationships/slideMaster" Target="slideMasters/slideMaster15.xml"/><Relationship Id="rId6" Type="http://schemas.openxmlformats.org/officeDocument/2006/relationships/slideMaster" Target="slideMasters/slideMaster1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1190520" y="664200"/>
            <a:ext cx="2409120" cy="4372560"/>
            <a:chOff x="1190520" y="664200"/>
            <a:chExt cx="2409120" cy="4372560"/>
          </a:xfrm>
        </p:grpSpPr>
        <p:sp>
          <p:nvSpPr>
            <p:cNvPr id="3" name=""/>
            <p:cNvSpPr/>
            <p:nvPr/>
          </p:nvSpPr>
          <p:spPr>
            <a:xfrm>
              <a:off x="2077200" y="81144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1190520" y="168300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077200" y="264276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190520" y="351432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077200" y="66420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190520" y="153576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2077200" y="249588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190520" y="3367080"/>
              <a:ext cx="1522440" cy="152280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800"/>
                <a:gd name="textAreaBottom" fmla="*/ 1523520 h 152280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1" name=""/>
          <p:cNvGrpSpPr/>
          <p:nvPr/>
        </p:nvGrpSpPr>
        <p:grpSpPr>
          <a:xfrm>
            <a:off x="9783000" y="208080"/>
            <a:ext cx="79560" cy="5249520"/>
            <a:chOff x="9783000" y="208080"/>
            <a:chExt cx="79560" cy="5249520"/>
          </a:xfrm>
        </p:grpSpPr>
        <p:sp>
          <p:nvSpPr>
            <p:cNvPr id="12" name=""/>
            <p:cNvSpPr/>
            <p:nvPr/>
          </p:nvSpPr>
          <p:spPr>
            <a:xfrm>
              <a:off x="9823320" y="208080"/>
              <a:ext cx="36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9783000" y="2503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9783000" y="26946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9783000" y="28908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9783000" y="311436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823320" y="3122280"/>
              <a:ext cx="36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8" name=""/>
          <p:cNvGrpSpPr/>
          <p:nvPr/>
        </p:nvGrpSpPr>
        <p:grpSpPr>
          <a:xfrm>
            <a:off x="0" y="5490000"/>
            <a:ext cx="10079640" cy="179640"/>
            <a:chOff x="0" y="5490000"/>
            <a:chExt cx="10079640" cy="179640"/>
          </a:xfrm>
        </p:grpSpPr>
        <p:sp>
          <p:nvSpPr>
            <p:cNvPr id="19" name=""/>
            <p:cNvSpPr/>
            <p:nvPr/>
          </p:nvSpPr>
          <p:spPr>
            <a:xfrm>
              <a:off x="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288000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76000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640000" y="5490000"/>
              <a:ext cx="1439640" cy="179640"/>
            </a:xfrm>
            <a:custGeom>
              <a:avLst/>
              <a:gdLst>
                <a:gd name="textAreaLeft" fmla="*/ 0 w 1439640"/>
                <a:gd name="textAreaRight" fmla="*/ 1440360 w 143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600000" y="2880000"/>
            <a:ext cx="6011280" cy="23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"/>
          <p:cNvGrpSpPr/>
          <p:nvPr/>
        </p:nvGrpSpPr>
        <p:grpSpPr>
          <a:xfrm>
            <a:off x="9783000" y="208080"/>
            <a:ext cx="79560" cy="5249520"/>
            <a:chOff x="9783000" y="208080"/>
            <a:chExt cx="79560" cy="5249520"/>
          </a:xfrm>
        </p:grpSpPr>
        <p:sp>
          <p:nvSpPr>
            <p:cNvPr id="129" name=""/>
            <p:cNvSpPr/>
            <p:nvPr/>
          </p:nvSpPr>
          <p:spPr>
            <a:xfrm>
              <a:off x="9823320" y="208080"/>
              <a:ext cx="36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9783000" y="2503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9783000" y="26946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9783000" y="28908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9783000" y="311436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9823320" y="3122280"/>
              <a:ext cx="36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0" y="5490000"/>
            <a:ext cx="10079640" cy="179640"/>
            <a:chOff x="0" y="5490000"/>
            <a:chExt cx="10079640" cy="179640"/>
          </a:xfrm>
        </p:grpSpPr>
        <p:sp>
          <p:nvSpPr>
            <p:cNvPr id="136" name=""/>
            <p:cNvSpPr/>
            <p:nvPr/>
          </p:nvSpPr>
          <p:spPr>
            <a:xfrm>
              <a:off x="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288000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576000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8640000" y="5490000"/>
              <a:ext cx="1439640" cy="179640"/>
            </a:xfrm>
            <a:custGeom>
              <a:avLst/>
              <a:gdLst>
                <a:gd name="textAreaLeft" fmla="*/ 0 w 1439640"/>
                <a:gd name="textAreaRight" fmla="*/ 1440360 w 143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40" name=""/>
          <p:cNvGrpSpPr/>
          <p:nvPr/>
        </p:nvGrpSpPr>
        <p:grpSpPr>
          <a:xfrm>
            <a:off x="6210000" y="664200"/>
            <a:ext cx="2422440" cy="4372560"/>
            <a:chOff x="6210000" y="664200"/>
            <a:chExt cx="2422440" cy="4372560"/>
          </a:xfrm>
        </p:grpSpPr>
        <p:sp>
          <p:nvSpPr>
            <p:cNvPr id="141" name=""/>
            <p:cNvSpPr/>
            <p:nvPr/>
          </p:nvSpPr>
          <p:spPr>
            <a:xfrm>
              <a:off x="7110000" y="81144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6210000" y="168300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7110000" y="264276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6210000" y="351432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7110000" y="66420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10000" y="153576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110000" y="249588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10000" y="3367080"/>
              <a:ext cx="1522440" cy="152280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800"/>
                <a:gd name="textAreaBottom" fmla="*/ 1523520 h 152280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60c4e4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1280" cy="23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"/>
          <p:cNvGrpSpPr/>
          <p:nvPr/>
        </p:nvGrpSpPr>
        <p:grpSpPr>
          <a:xfrm>
            <a:off x="9783000" y="208080"/>
            <a:ext cx="79560" cy="5249520"/>
            <a:chOff x="9783000" y="208080"/>
            <a:chExt cx="79560" cy="5249520"/>
          </a:xfrm>
        </p:grpSpPr>
        <p:sp>
          <p:nvSpPr>
            <p:cNvPr id="216" name=""/>
            <p:cNvSpPr/>
            <p:nvPr/>
          </p:nvSpPr>
          <p:spPr>
            <a:xfrm>
              <a:off x="9823320" y="208080"/>
              <a:ext cx="36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9783000" y="2503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9783000" y="26946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9783000" y="28908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9783000" y="311436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9823320" y="3122280"/>
              <a:ext cx="36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22" name=""/>
          <p:cNvGrpSpPr/>
          <p:nvPr/>
        </p:nvGrpSpPr>
        <p:grpSpPr>
          <a:xfrm>
            <a:off x="0" y="5490000"/>
            <a:ext cx="10079640" cy="179640"/>
            <a:chOff x="0" y="5490000"/>
            <a:chExt cx="10079640" cy="179640"/>
          </a:xfrm>
        </p:grpSpPr>
        <p:sp>
          <p:nvSpPr>
            <p:cNvPr id="223" name=""/>
            <p:cNvSpPr/>
            <p:nvPr/>
          </p:nvSpPr>
          <p:spPr>
            <a:xfrm>
              <a:off x="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288000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5760000" y="5490000"/>
              <a:ext cx="2879640" cy="179640"/>
            </a:xfrm>
            <a:custGeom>
              <a:avLst/>
              <a:gdLst>
                <a:gd name="textAreaLeft" fmla="*/ 0 w 2879640"/>
                <a:gd name="textAreaRight" fmla="*/ 2880360 w 287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8640000" y="5490000"/>
              <a:ext cx="1439640" cy="179640"/>
            </a:xfrm>
            <a:custGeom>
              <a:avLst/>
              <a:gdLst>
                <a:gd name="textAreaLeft" fmla="*/ 0 w 1439640"/>
                <a:gd name="textAreaRight" fmla="*/ 1440360 w 1439640"/>
                <a:gd name="textAreaTop" fmla="*/ 0 h 179640"/>
                <a:gd name="textAreaBottom" fmla="*/ 180360 h 17964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27" name=""/>
          <p:cNvGrpSpPr/>
          <p:nvPr/>
        </p:nvGrpSpPr>
        <p:grpSpPr>
          <a:xfrm>
            <a:off x="6210000" y="664200"/>
            <a:ext cx="2422440" cy="4372560"/>
            <a:chOff x="6210000" y="664200"/>
            <a:chExt cx="2422440" cy="4372560"/>
          </a:xfrm>
        </p:grpSpPr>
        <p:sp>
          <p:nvSpPr>
            <p:cNvPr id="228" name=""/>
            <p:cNvSpPr/>
            <p:nvPr/>
          </p:nvSpPr>
          <p:spPr>
            <a:xfrm>
              <a:off x="7110000" y="81144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6210000" y="168300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7110000" y="264276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6210000" y="351432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7110000" y="66420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6210000" y="153576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7110000" y="2495880"/>
              <a:ext cx="1522440" cy="152244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440"/>
                <a:gd name="textAreaBottom" fmla="*/ 152316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6210000" y="3367080"/>
              <a:ext cx="1522440" cy="1522800"/>
            </a:xfrm>
            <a:custGeom>
              <a:avLst/>
              <a:gdLst>
                <a:gd name="textAreaLeft" fmla="*/ 0 w 1522440"/>
                <a:gd name="textAreaRight" fmla="*/ 1523160 w 1522440"/>
                <a:gd name="textAreaTop" fmla="*/ 0 h 1522800"/>
                <a:gd name="textAreaBottom" fmla="*/ 1523520 h 152280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e54b89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1280" cy="23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26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2" name=""/>
          <p:cNvGrpSpPr/>
          <p:nvPr/>
        </p:nvGrpSpPr>
        <p:grpSpPr>
          <a:xfrm>
            <a:off x="2416320" y="5446080"/>
            <a:ext cx="5248440" cy="79560"/>
            <a:chOff x="2416320" y="5446080"/>
            <a:chExt cx="5248440" cy="79560"/>
          </a:xfrm>
        </p:grpSpPr>
        <p:sp>
          <p:nvSpPr>
            <p:cNvPr id="33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4710960" y="544608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902120" y="544608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5098320" y="544608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5289840" y="5446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15044C-A0F9-4F65-8780-C278DBF6CF61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45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1" name=""/>
          <p:cNvGrpSpPr/>
          <p:nvPr/>
        </p:nvGrpSpPr>
        <p:grpSpPr>
          <a:xfrm>
            <a:off x="2416320" y="5446080"/>
            <a:ext cx="5248440" cy="79560"/>
            <a:chOff x="2416320" y="5446080"/>
            <a:chExt cx="5248440" cy="79560"/>
          </a:xfrm>
        </p:grpSpPr>
        <p:sp>
          <p:nvSpPr>
            <p:cNvPr id="52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4710960" y="544608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4902120" y="544608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5098320" y="544608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5289840" y="5446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0B97A7-B9AC-4029-A6BD-E33DF44A36FC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64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70" name=""/>
          <p:cNvGrpSpPr/>
          <p:nvPr/>
        </p:nvGrpSpPr>
        <p:grpSpPr>
          <a:xfrm>
            <a:off x="2416320" y="5446080"/>
            <a:ext cx="5248440" cy="79560"/>
            <a:chOff x="2416320" y="5446080"/>
            <a:chExt cx="5248440" cy="79560"/>
          </a:xfrm>
        </p:grpSpPr>
        <p:sp>
          <p:nvSpPr>
            <p:cNvPr id="71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4710960" y="544608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4902120" y="544608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5098320" y="544608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5289840" y="5446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F6BB47-F529-462B-A512-9F58911E2454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83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89" name=""/>
          <p:cNvGrpSpPr/>
          <p:nvPr/>
        </p:nvGrpSpPr>
        <p:grpSpPr>
          <a:xfrm>
            <a:off x="2416320" y="5446080"/>
            <a:ext cx="5248440" cy="79560"/>
            <a:chOff x="2416320" y="5446080"/>
            <a:chExt cx="5248440" cy="79560"/>
          </a:xfrm>
        </p:grpSpPr>
        <p:sp>
          <p:nvSpPr>
            <p:cNvPr id="90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4710960" y="544608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902120" y="544608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5098320" y="544608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289840" y="5446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96" name=""/>
          <p:cNvSpPr/>
          <p:nvPr/>
        </p:nvSpPr>
        <p:spPr>
          <a:xfrm>
            <a:off x="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252000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504000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756000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7011C2-B9E1-410A-9E81-E7CB6878485E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106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12" name=""/>
          <p:cNvGrpSpPr/>
          <p:nvPr/>
        </p:nvGrpSpPr>
        <p:grpSpPr>
          <a:xfrm>
            <a:off x="2416320" y="5446080"/>
            <a:ext cx="5248440" cy="79560"/>
            <a:chOff x="2416320" y="5446080"/>
            <a:chExt cx="5248440" cy="79560"/>
          </a:xfrm>
        </p:grpSpPr>
        <p:sp>
          <p:nvSpPr>
            <p:cNvPr id="113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4710960" y="544608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4902120" y="544608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5098320" y="544608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5289840" y="5446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19" name=""/>
          <p:cNvSpPr/>
          <p:nvPr/>
        </p:nvSpPr>
        <p:spPr>
          <a:xfrm>
            <a:off x="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252000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504000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560000" y="1188000"/>
            <a:ext cx="2519640" cy="3671640"/>
          </a:xfrm>
          <a:custGeom>
            <a:avLst/>
            <a:gdLst>
              <a:gd name="textAreaLeft" fmla="*/ 0 w 2519640"/>
              <a:gd name="textAreaRight" fmla="*/ 2520360 w 2519640"/>
              <a:gd name="textAreaTop" fmla="*/ 0 h 3671640"/>
              <a:gd name="textAreaBottom" fmla="*/ 3672360 h 367164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F7BB8E-D63F-45AC-8D5A-2DCAF3FC236B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152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58" name=""/>
          <p:cNvSpPr/>
          <p:nvPr/>
        </p:nvSpPr>
        <p:spPr>
          <a:xfrm>
            <a:off x="4032000" y="0"/>
            <a:ext cx="6047640" cy="5669640"/>
          </a:xfrm>
          <a:custGeom>
            <a:avLst/>
            <a:gdLst>
              <a:gd name="textAreaLeft" fmla="*/ 0 w 6047640"/>
              <a:gd name="textAreaRight" fmla="*/ 6048360 w 6047640"/>
              <a:gd name="textAreaTop" fmla="*/ 0 h 5669640"/>
              <a:gd name="textAreaBottom" fmla="*/ 5670360 h 5669640"/>
            </a:gdLst>
            <a:ahLst/>
            <a:cxnLst/>
            <a:rect l="textAreaLeft" t="textAreaTop" r="textAreaRight" b="textAreaBottom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5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4860000" y="468000"/>
            <a:ext cx="4751640" cy="4751640"/>
            <a:chOff x="4860000" y="468000"/>
            <a:chExt cx="4751640" cy="4751640"/>
          </a:xfrm>
        </p:grpSpPr>
        <p:sp>
          <p:nvSpPr>
            <p:cNvPr id="162" name=""/>
            <p:cNvSpPr/>
            <p:nvPr/>
          </p:nvSpPr>
          <p:spPr>
            <a:xfrm>
              <a:off x="4860000" y="468000"/>
              <a:ext cx="4751640" cy="4751640"/>
            </a:xfrm>
            <a:custGeom>
              <a:avLst/>
              <a:gdLst>
                <a:gd name="textAreaLeft" fmla="*/ 0 w 4751640"/>
                <a:gd name="textAreaRight" fmla="*/ 4752360 w 4751640"/>
                <a:gd name="textAreaTop" fmla="*/ 0 h 4751640"/>
                <a:gd name="textAreaBottom" fmla="*/ 4752360 h 475164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5148000" y="756000"/>
              <a:ext cx="4175640" cy="4175640"/>
            </a:xfrm>
            <a:custGeom>
              <a:avLst/>
              <a:gdLst>
                <a:gd name="textAreaLeft" fmla="*/ 0 w 4175640"/>
                <a:gd name="textAreaRight" fmla="*/ 4176360 w 4175640"/>
                <a:gd name="textAreaTop" fmla="*/ 0 h 4175640"/>
                <a:gd name="textAreaBottom" fmla="*/ 4176360 h 417564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64" name="PlaceHolder 3"/>
          <p:cNvSpPr>
            <a:spLocks noGrp="1"/>
          </p:cNvSpPr>
          <p:nvPr>
            <p:ph type="dt" idx="16"/>
          </p:nvPr>
        </p:nvSpPr>
        <p:spPr>
          <a:xfrm>
            <a:off x="504000" y="5292000"/>
            <a:ext cx="234756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17"/>
          </p:nvPr>
        </p:nvSpPr>
        <p:spPr>
          <a:xfrm>
            <a:off x="3447360" y="5292000"/>
            <a:ext cx="319428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18"/>
          </p:nvPr>
        </p:nvSpPr>
        <p:spPr>
          <a:xfrm>
            <a:off x="7227360" y="5292000"/>
            <a:ext cx="234756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9170B9-EB3A-42C0-AAB8-C52F296AA058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168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74" name=""/>
          <p:cNvSpPr/>
          <p:nvPr/>
        </p:nvSpPr>
        <p:spPr>
          <a:xfrm>
            <a:off x="4032000" y="0"/>
            <a:ext cx="6047640" cy="5669640"/>
          </a:xfrm>
          <a:custGeom>
            <a:avLst/>
            <a:gdLst>
              <a:gd name="textAreaLeft" fmla="*/ 0 w 6047640"/>
              <a:gd name="textAreaRight" fmla="*/ 6048360 w 6047640"/>
              <a:gd name="textAreaTop" fmla="*/ 0 h 5669640"/>
              <a:gd name="textAreaBottom" fmla="*/ 5670360 h 5669640"/>
            </a:gdLst>
            <a:ahLst/>
            <a:cxnLst/>
            <a:rect l="textAreaLeft" t="textAreaTop" r="textAreaRight" b="textAreaBottom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5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7" name=""/>
          <p:cNvGrpSpPr/>
          <p:nvPr/>
        </p:nvGrpSpPr>
        <p:grpSpPr>
          <a:xfrm>
            <a:off x="4860000" y="468000"/>
            <a:ext cx="4751640" cy="4751640"/>
            <a:chOff x="4860000" y="468000"/>
            <a:chExt cx="4751640" cy="4751640"/>
          </a:xfrm>
        </p:grpSpPr>
        <p:sp>
          <p:nvSpPr>
            <p:cNvPr id="178" name=""/>
            <p:cNvSpPr/>
            <p:nvPr/>
          </p:nvSpPr>
          <p:spPr>
            <a:xfrm>
              <a:off x="4860000" y="468000"/>
              <a:ext cx="4751640" cy="4751640"/>
            </a:xfrm>
            <a:custGeom>
              <a:avLst/>
              <a:gdLst>
                <a:gd name="textAreaLeft" fmla="*/ 0 w 4751640"/>
                <a:gd name="textAreaRight" fmla="*/ 4752360 w 4751640"/>
                <a:gd name="textAreaTop" fmla="*/ 0 h 4751640"/>
                <a:gd name="textAreaBottom" fmla="*/ 4752360 h 475164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5148000" y="756000"/>
              <a:ext cx="4175640" cy="4175640"/>
            </a:xfrm>
            <a:custGeom>
              <a:avLst/>
              <a:gdLst>
                <a:gd name="textAreaLeft" fmla="*/ 0 w 4175640"/>
                <a:gd name="textAreaRight" fmla="*/ 4176360 w 4175640"/>
                <a:gd name="textAreaTop" fmla="*/ 0 h 4175640"/>
                <a:gd name="textAreaBottom" fmla="*/ 4176360 h 417564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80" name="PlaceHolder 3"/>
          <p:cNvSpPr>
            <a:spLocks noGrp="1"/>
          </p:cNvSpPr>
          <p:nvPr>
            <p:ph type="dt" idx="19"/>
          </p:nvPr>
        </p:nvSpPr>
        <p:spPr>
          <a:xfrm>
            <a:off x="504000" y="5292000"/>
            <a:ext cx="234756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ftr" idx="20"/>
          </p:nvPr>
        </p:nvSpPr>
        <p:spPr>
          <a:xfrm>
            <a:off x="3447360" y="5292000"/>
            <a:ext cx="319428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sldNum" idx="21"/>
          </p:nvPr>
        </p:nvSpPr>
        <p:spPr>
          <a:xfrm>
            <a:off x="7227360" y="5292000"/>
            <a:ext cx="234756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F35F37-8AFA-446C-A573-9D526651FF1E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184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90" name=""/>
          <p:cNvSpPr/>
          <p:nvPr/>
        </p:nvSpPr>
        <p:spPr>
          <a:xfrm>
            <a:off x="0" y="1215000"/>
            <a:ext cx="3239640" cy="3239640"/>
          </a:xfrm>
          <a:custGeom>
            <a:avLst/>
            <a:gdLst>
              <a:gd name="textAreaLeft" fmla="*/ 0 w 3239640"/>
              <a:gd name="textAreaRight" fmla="*/ 3240360 w 3239640"/>
              <a:gd name="textAreaTop" fmla="*/ 0 h 3239640"/>
              <a:gd name="textAreaBottom" fmla="*/ 3240360 h 3239640"/>
            </a:gdLst>
            <a:ahLst/>
            <a:cxnLst/>
            <a:rect l="textAreaLeft" t="textAreaTop" r="textAreaRight" b="textAreaBottom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19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19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3" name=""/>
          <p:cNvGrpSpPr/>
          <p:nvPr/>
        </p:nvGrpSpPr>
        <p:grpSpPr>
          <a:xfrm>
            <a:off x="180000" y="468000"/>
            <a:ext cx="4751640" cy="4751640"/>
            <a:chOff x="180000" y="468000"/>
            <a:chExt cx="4751640" cy="4751640"/>
          </a:xfrm>
        </p:grpSpPr>
        <p:sp>
          <p:nvSpPr>
            <p:cNvPr id="194" name=""/>
            <p:cNvSpPr/>
            <p:nvPr/>
          </p:nvSpPr>
          <p:spPr>
            <a:xfrm>
              <a:off x="180000" y="468000"/>
              <a:ext cx="4751640" cy="4751640"/>
            </a:xfrm>
            <a:custGeom>
              <a:avLst/>
              <a:gdLst>
                <a:gd name="textAreaLeft" fmla="*/ 0 w 4751640"/>
                <a:gd name="textAreaRight" fmla="*/ 4752360 w 4751640"/>
                <a:gd name="textAreaTop" fmla="*/ 0 h 4751640"/>
                <a:gd name="textAreaBottom" fmla="*/ 4752360 h 475164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468000" y="756000"/>
              <a:ext cx="4175640" cy="4175640"/>
            </a:xfrm>
            <a:custGeom>
              <a:avLst/>
              <a:gdLst>
                <a:gd name="textAreaLeft" fmla="*/ 0 w 4175640"/>
                <a:gd name="textAreaRight" fmla="*/ 4176360 w 4175640"/>
                <a:gd name="textAreaTop" fmla="*/ 0 h 4175640"/>
                <a:gd name="textAreaBottom" fmla="*/ 4176360 h 417564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96" name="PlaceHolder 3"/>
          <p:cNvSpPr>
            <a:spLocks noGrp="1"/>
          </p:cNvSpPr>
          <p:nvPr>
            <p:ph type="dt" idx="22"/>
          </p:nvPr>
        </p:nvSpPr>
        <p:spPr>
          <a:xfrm>
            <a:off x="504000" y="529200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ftr" idx="23"/>
          </p:nvPr>
        </p:nvSpPr>
        <p:spPr>
          <a:xfrm>
            <a:off x="3447360" y="529200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sldNum" idx="24"/>
          </p:nvPr>
        </p:nvSpPr>
        <p:spPr>
          <a:xfrm>
            <a:off x="7227360" y="529200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BA79AF-D269-41C8-87C1-A793DE50C584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200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06" name=""/>
          <p:cNvSpPr/>
          <p:nvPr/>
        </p:nvSpPr>
        <p:spPr>
          <a:xfrm>
            <a:off x="0" y="1215000"/>
            <a:ext cx="3239640" cy="3239640"/>
          </a:xfrm>
          <a:custGeom>
            <a:avLst/>
            <a:gdLst>
              <a:gd name="textAreaLeft" fmla="*/ 0 w 3239640"/>
              <a:gd name="textAreaRight" fmla="*/ 3240360 w 3239640"/>
              <a:gd name="textAreaTop" fmla="*/ 0 h 3239640"/>
              <a:gd name="textAreaBottom" fmla="*/ 3240360 h 3239640"/>
            </a:gdLst>
            <a:ahLst/>
            <a:cxnLst/>
            <a:rect l="textAreaLeft" t="textAreaTop" r="textAreaRight" b="textAreaBottom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19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19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9" name=""/>
          <p:cNvGrpSpPr/>
          <p:nvPr/>
        </p:nvGrpSpPr>
        <p:grpSpPr>
          <a:xfrm>
            <a:off x="180000" y="468000"/>
            <a:ext cx="4751640" cy="4751640"/>
            <a:chOff x="180000" y="468000"/>
            <a:chExt cx="4751640" cy="4751640"/>
          </a:xfrm>
        </p:grpSpPr>
        <p:sp>
          <p:nvSpPr>
            <p:cNvPr id="210" name=""/>
            <p:cNvSpPr/>
            <p:nvPr/>
          </p:nvSpPr>
          <p:spPr>
            <a:xfrm>
              <a:off x="180000" y="468000"/>
              <a:ext cx="4751640" cy="4751640"/>
            </a:xfrm>
            <a:custGeom>
              <a:avLst/>
              <a:gdLst>
                <a:gd name="textAreaLeft" fmla="*/ 0 w 4751640"/>
                <a:gd name="textAreaRight" fmla="*/ 4752360 w 4751640"/>
                <a:gd name="textAreaTop" fmla="*/ 0 h 4751640"/>
                <a:gd name="textAreaBottom" fmla="*/ 4752360 h 475164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468000" y="756000"/>
              <a:ext cx="4175640" cy="4175640"/>
            </a:xfrm>
            <a:custGeom>
              <a:avLst/>
              <a:gdLst>
                <a:gd name="textAreaLeft" fmla="*/ 0 w 4175640"/>
                <a:gd name="textAreaRight" fmla="*/ 4176360 w 4175640"/>
                <a:gd name="textAreaTop" fmla="*/ 0 h 4175640"/>
                <a:gd name="textAreaBottom" fmla="*/ 4176360 h 417564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12" name="PlaceHolder 3"/>
          <p:cNvSpPr>
            <a:spLocks noGrp="1"/>
          </p:cNvSpPr>
          <p:nvPr>
            <p:ph type="dt" idx="25"/>
          </p:nvPr>
        </p:nvSpPr>
        <p:spPr>
          <a:xfrm>
            <a:off x="504000" y="529200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ftr" idx="26"/>
          </p:nvPr>
        </p:nvSpPr>
        <p:spPr>
          <a:xfrm>
            <a:off x="3447360" y="529200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sldNum" idx="27"/>
          </p:nvPr>
        </p:nvSpPr>
        <p:spPr>
          <a:xfrm>
            <a:off x="7227360" y="529200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EA0D8C-3D00-487F-B4EC-084C54AE9D39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"/>
          <p:cNvGrpSpPr/>
          <p:nvPr/>
        </p:nvGrpSpPr>
        <p:grpSpPr>
          <a:xfrm>
            <a:off x="2416320" y="216000"/>
            <a:ext cx="5248440" cy="79560"/>
            <a:chOff x="2416320" y="216000"/>
            <a:chExt cx="5248440" cy="79560"/>
          </a:xfrm>
        </p:grpSpPr>
        <p:sp>
          <p:nvSpPr>
            <p:cNvPr id="239" name=""/>
            <p:cNvSpPr/>
            <p:nvPr/>
          </p:nvSpPr>
          <p:spPr>
            <a:xfrm>
              <a:off x="2416320" y="25596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5330160" y="25596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45" name=""/>
          <p:cNvGrpSpPr/>
          <p:nvPr/>
        </p:nvGrpSpPr>
        <p:grpSpPr>
          <a:xfrm>
            <a:off x="2416320" y="5446080"/>
            <a:ext cx="5248440" cy="79560"/>
            <a:chOff x="2416320" y="5446080"/>
            <a:chExt cx="5248440" cy="79560"/>
          </a:xfrm>
        </p:grpSpPr>
        <p:sp>
          <p:nvSpPr>
            <p:cNvPr id="246" name=""/>
            <p:cNvSpPr/>
            <p:nvPr/>
          </p:nvSpPr>
          <p:spPr>
            <a:xfrm>
              <a:off x="2416320" y="5486400"/>
              <a:ext cx="23346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4710960" y="544608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4902120" y="544608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5098320" y="544608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5289840" y="544608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5330160" y="5486400"/>
              <a:ext cx="23346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52" name=""/>
          <p:cNvSpPr/>
          <p:nvPr/>
        </p:nvSpPr>
        <p:spPr>
          <a:xfrm>
            <a:off x="7269840" y="1080"/>
            <a:ext cx="2809440" cy="5668560"/>
          </a:xfrm>
          <a:custGeom>
            <a:avLst/>
            <a:gdLst>
              <a:gd name="textAreaLeft" fmla="*/ 0 w 2809440"/>
              <a:gd name="textAreaRight" fmla="*/ 2810160 w 2809440"/>
              <a:gd name="textAreaTop" fmla="*/ 0 h 5668560"/>
              <a:gd name="textAreaBottom" fmla="*/ 5669280 h 5668560"/>
            </a:gdLst>
            <a:ahLst/>
            <a:cxnLst/>
            <a:rect l="textAreaLeft" t="textAreaTop" r="textAreaRight" b="textAreaBottom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60c4e4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28"/>
          </p:nvPr>
        </p:nvSpPr>
        <p:spPr>
          <a:xfrm>
            <a:off x="504000" y="5165280"/>
            <a:ext cx="23475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ftr" idx="29"/>
          </p:nvPr>
        </p:nvSpPr>
        <p:spPr>
          <a:xfrm>
            <a:off x="3447360" y="5165280"/>
            <a:ext cx="3194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8B9C10-CFC1-4EE9-8933-927376111FBA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AD31FA6-BC7A-4E92-B3D7-3FB3EF189F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7C539A5-E3DC-43CF-BE05-1C265FFE9E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"/>
          <p:cNvSpPr/>
          <p:nvPr/>
        </p:nvSpPr>
        <p:spPr>
          <a:xfrm>
            <a:off x="360000" y="4320000"/>
            <a:ext cx="2519280" cy="35928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271" name=""/>
          <p:cNvGrpSpPr/>
          <p:nvPr/>
        </p:nvGrpSpPr>
        <p:grpSpPr>
          <a:xfrm>
            <a:off x="1170000" y="4770000"/>
            <a:ext cx="899280" cy="89280"/>
            <a:chOff x="1170000" y="4770000"/>
            <a:chExt cx="899280" cy="89280"/>
          </a:xfrm>
        </p:grpSpPr>
        <p:sp>
          <p:nvSpPr>
            <p:cNvPr id="272" name=""/>
            <p:cNvSpPr/>
            <p:nvPr/>
          </p:nvSpPr>
          <p:spPr>
            <a:xfrm>
              <a:off x="117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144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171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198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76" name="PlaceHolder 1"/>
          <p:cNvSpPr>
            <a:spLocks noGrp="1"/>
          </p:cNvSpPr>
          <p:nvPr>
            <p:ph type="ftr" idx="34"/>
          </p:nvPr>
        </p:nvSpPr>
        <p:spPr>
          <a:xfrm>
            <a:off x="360000" y="4320000"/>
            <a:ext cx="2519280" cy="3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 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5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66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1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"/>
          <p:cNvSpPr/>
          <p:nvPr/>
        </p:nvSpPr>
        <p:spPr>
          <a:xfrm>
            <a:off x="360000" y="4320000"/>
            <a:ext cx="2519280" cy="35928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281" name=""/>
          <p:cNvGrpSpPr/>
          <p:nvPr/>
        </p:nvGrpSpPr>
        <p:grpSpPr>
          <a:xfrm>
            <a:off x="1170000" y="4770000"/>
            <a:ext cx="899280" cy="89280"/>
            <a:chOff x="1170000" y="4770000"/>
            <a:chExt cx="899280" cy="89280"/>
          </a:xfrm>
        </p:grpSpPr>
        <p:sp>
          <p:nvSpPr>
            <p:cNvPr id="282" name=""/>
            <p:cNvSpPr/>
            <p:nvPr/>
          </p:nvSpPr>
          <p:spPr>
            <a:xfrm>
              <a:off x="117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144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171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1980000" y="4770000"/>
              <a:ext cx="89280" cy="8928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>
              <a:spAutoFit/>
            </a:bodyPr>
            <a:p>
              <a:pPr>
                <a:lnSpc>
                  <a:spcPct val="100000"/>
                </a:lnSpc>
              </a:pPr>
              <a:endPara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86" name="PlaceHolder 1"/>
          <p:cNvSpPr>
            <a:spLocks noGrp="1"/>
          </p:cNvSpPr>
          <p:nvPr>
            <p:ph type="ftr" idx="35"/>
          </p:nvPr>
        </p:nvSpPr>
        <p:spPr>
          <a:xfrm>
            <a:off x="360000" y="4320000"/>
            <a:ext cx="2519280" cy="3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5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66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E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1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"/>
          <p:cNvGrpSpPr/>
          <p:nvPr/>
        </p:nvGrpSpPr>
        <p:grpSpPr>
          <a:xfrm>
            <a:off x="4710960" y="216000"/>
            <a:ext cx="658440" cy="79560"/>
            <a:chOff x="4710960" y="216000"/>
            <a:chExt cx="658440" cy="79560"/>
          </a:xfrm>
        </p:grpSpPr>
        <p:sp>
          <p:nvSpPr>
            <p:cNvPr id="259" name=""/>
            <p:cNvSpPr/>
            <p:nvPr/>
          </p:nvSpPr>
          <p:spPr>
            <a:xfrm>
              <a:off x="4710960" y="216000"/>
              <a:ext cx="79560" cy="7956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4902120" y="216000"/>
              <a:ext cx="79560" cy="7956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5098320" y="216000"/>
              <a:ext cx="79560" cy="7956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5289840" y="216000"/>
              <a:ext cx="79560" cy="7956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63" name="PlaceHolder 1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4280" cy="2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75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88662B-BFA7-4495-958D-F68FE28728A9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7560" cy="2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  <p:sldLayoutId id="214748366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  <p:sldLayoutId id="2147483668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"/>
          <p:cNvGrpSpPr/>
          <p:nvPr/>
        </p:nvGrpSpPr>
        <p:grpSpPr>
          <a:xfrm>
            <a:off x="0" y="0"/>
            <a:ext cx="3239640" cy="5693760"/>
            <a:chOff x="0" y="0"/>
            <a:chExt cx="3239640" cy="5693760"/>
          </a:xfrm>
        </p:grpSpPr>
        <p:sp>
          <p:nvSpPr>
            <p:cNvPr id="290" name=""/>
            <p:cNvSpPr/>
            <p:nvPr/>
          </p:nvSpPr>
          <p:spPr>
            <a:xfrm>
              <a:off x="0" y="0"/>
              <a:ext cx="1850400" cy="1946160"/>
            </a:xfrm>
            <a:custGeom>
              <a:avLst/>
              <a:gdLst>
                <a:gd name="textAreaLeft" fmla="*/ 0 w 1850400"/>
                <a:gd name="textAreaRight" fmla="*/ 1851120 w 1850400"/>
                <a:gd name="textAreaTop" fmla="*/ 0 h 1946160"/>
                <a:gd name="textAreaBottom" fmla="*/ 1946880 h 1946160"/>
              </a:gdLst>
              <a:ahLst/>
              <a:cxnLst/>
              <a:rect l="textAreaLeft" t="textAreaTop" r="textAreaRight" b="textAreaBottom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0" y="2327760"/>
              <a:ext cx="2012040" cy="2030040"/>
            </a:xfrm>
            <a:custGeom>
              <a:avLst/>
              <a:gdLst>
                <a:gd name="textAreaLeft" fmla="*/ 0 w 2012040"/>
                <a:gd name="textAreaRight" fmla="*/ 2012760 w 2012040"/>
                <a:gd name="textAreaTop" fmla="*/ 0 h 2030040"/>
                <a:gd name="textAreaBottom" fmla="*/ 2030760 h 2030040"/>
              </a:gdLst>
              <a:ahLst/>
              <a:cxnLst/>
              <a:rect l="textAreaLeft" t="textAreaTop" r="textAreaRight" b="textAreaBottom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0" y="200520"/>
              <a:ext cx="3192840" cy="3238560"/>
            </a:xfrm>
            <a:custGeom>
              <a:avLst/>
              <a:gdLst>
                <a:gd name="textAreaLeft" fmla="*/ 0 w 3192840"/>
                <a:gd name="textAreaRight" fmla="*/ 3193560 w 3192840"/>
                <a:gd name="textAreaTop" fmla="*/ 0 h 3238560"/>
                <a:gd name="textAreaBottom" fmla="*/ 3239280 h 3238560"/>
              </a:gdLst>
              <a:ahLst/>
              <a:cxnLst/>
              <a:rect l="textAreaLeft" t="textAreaTop" r="textAreaRight" b="textAreaBottom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0" y="2680920"/>
              <a:ext cx="3239640" cy="2987640"/>
            </a:xfrm>
            <a:custGeom>
              <a:avLst/>
              <a:gdLst>
                <a:gd name="textAreaLeft" fmla="*/ 0 w 3239640"/>
                <a:gd name="textAreaRight" fmla="*/ 3240360 w 3239640"/>
                <a:gd name="textAreaTop" fmla="*/ 0 h 2987640"/>
                <a:gd name="textAreaBottom" fmla="*/ 2988360 h 2987640"/>
              </a:gdLst>
              <a:ahLst/>
              <a:cxnLst/>
              <a:rect l="textAreaLeft" t="textAreaTop" r="textAreaRight" b="textAreaBottom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277560" y="4977000"/>
              <a:ext cx="1567440" cy="716760"/>
            </a:xfrm>
            <a:custGeom>
              <a:avLst/>
              <a:gdLst>
                <a:gd name="textAreaLeft" fmla="*/ 0 w 1567440"/>
                <a:gd name="textAreaRight" fmla="*/ 1568160 w 1567440"/>
                <a:gd name="textAreaTop" fmla="*/ 0 h 716760"/>
                <a:gd name="textAreaBottom" fmla="*/ 717480 h 716760"/>
              </a:gdLst>
              <a:ahLst/>
              <a:cxnLst/>
              <a:rect l="textAreaLeft" t="textAreaTop" r="textAreaRight" b="textAreaBottom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0" y="0"/>
              <a:ext cx="1398240" cy="912240"/>
            </a:xfrm>
            <a:custGeom>
              <a:avLst/>
              <a:gdLst>
                <a:gd name="textAreaLeft" fmla="*/ 0 w 1398240"/>
                <a:gd name="textAreaRight" fmla="*/ 1398960 w 139824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360000" y="1800000"/>
            <a:ext cx="84592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6600" strike="noStrike" u="none">
                <a:solidFill>
                  <a:srgbClr val="c9211e"/>
                </a:solidFill>
                <a:effectLst/>
                <a:uFillTx/>
                <a:latin typeface="Gabriola"/>
              </a:rPr>
              <a:t>Internet de las cosas</a:t>
            </a:r>
            <a:endParaRPr b="0" lang="es-E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ubTitle"/>
          </p:nvPr>
        </p:nvSpPr>
        <p:spPr>
          <a:xfrm>
            <a:off x="720000" y="288000"/>
            <a:ext cx="8459280" cy="79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400" strike="noStrike" u="none">
                <a:solidFill>
                  <a:srgbClr val="c9211e"/>
                </a:solidFill>
                <a:effectLst/>
                <a:uFillTx/>
                <a:latin typeface="Gabriola"/>
              </a:rPr>
              <a:t>Sergey Baghdasaryan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"/>
          <p:cNvGrpSpPr/>
          <p:nvPr/>
        </p:nvGrpSpPr>
        <p:grpSpPr>
          <a:xfrm>
            <a:off x="4080600" y="619200"/>
            <a:ext cx="3798360" cy="490680"/>
            <a:chOff x="4080600" y="619200"/>
            <a:chExt cx="3798360" cy="490680"/>
          </a:xfrm>
        </p:grpSpPr>
        <p:sp>
          <p:nvSpPr>
            <p:cNvPr id="302" name=""/>
            <p:cNvSpPr/>
            <p:nvPr/>
          </p:nvSpPr>
          <p:spPr>
            <a:xfrm>
              <a:off x="4080600" y="619200"/>
              <a:ext cx="490680" cy="4906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s-E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1</a:t>
              </a: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 flipH="1">
              <a:off x="4320000" y="1087200"/>
              <a:ext cx="355896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04" name=""/>
          <p:cNvGrpSpPr/>
          <p:nvPr/>
        </p:nvGrpSpPr>
        <p:grpSpPr>
          <a:xfrm>
            <a:off x="3291840" y="1656000"/>
            <a:ext cx="3858840" cy="490680"/>
            <a:chOff x="3291840" y="1656000"/>
            <a:chExt cx="3858840" cy="490680"/>
          </a:xfrm>
        </p:grpSpPr>
        <p:sp>
          <p:nvSpPr>
            <p:cNvPr id="305" name=""/>
            <p:cNvSpPr/>
            <p:nvPr/>
          </p:nvSpPr>
          <p:spPr>
            <a:xfrm>
              <a:off x="6660000" y="1656000"/>
              <a:ext cx="490680" cy="4906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s-E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2</a:t>
              </a: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3291840" y="2124000"/>
              <a:ext cx="3561120" cy="360"/>
            </a:xfrm>
            <a:prstGeom prst="line">
              <a:avLst/>
            </a:prstGeom>
            <a:ln cap="rnd" w="36000">
              <a:solidFill>
                <a:srgbClr val="60c4e4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07" name=""/>
          <p:cNvGrpSpPr/>
          <p:nvPr/>
        </p:nvGrpSpPr>
        <p:grpSpPr>
          <a:xfrm>
            <a:off x="4080600" y="2638800"/>
            <a:ext cx="3798360" cy="490680"/>
            <a:chOff x="4080600" y="2638800"/>
            <a:chExt cx="3798360" cy="490680"/>
          </a:xfrm>
        </p:grpSpPr>
        <p:sp>
          <p:nvSpPr>
            <p:cNvPr id="308" name=""/>
            <p:cNvSpPr/>
            <p:nvPr/>
          </p:nvSpPr>
          <p:spPr>
            <a:xfrm>
              <a:off x="4080600" y="2638800"/>
              <a:ext cx="490680" cy="4906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s-E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3</a:t>
              </a: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 flipH="1">
              <a:off x="4320000" y="3106800"/>
              <a:ext cx="3558960" cy="360"/>
            </a:xfrm>
            <a:prstGeom prst="line">
              <a:avLst/>
            </a:prstGeom>
            <a:ln cap="rnd" w="36000">
              <a:solidFill>
                <a:srgbClr val="e54b89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10" name=""/>
          <p:cNvGrpSpPr/>
          <p:nvPr/>
        </p:nvGrpSpPr>
        <p:grpSpPr>
          <a:xfrm>
            <a:off x="3291840" y="3672000"/>
            <a:ext cx="3858840" cy="490680"/>
            <a:chOff x="3291840" y="3672000"/>
            <a:chExt cx="3858840" cy="490680"/>
          </a:xfrm>
        </p:grpSpPr>
        <p:sp>
          <p:nvSpPr>
            <p:cNvPr id="311" name=""/>
            <p:cNvSpPr/>
            <p:nvPr/>
          </p:nvSpPr>
          <p:spPr>
            <a:xfrm>
              <a:off x="6660000" y="3672000"/>
              <a:ext cx="490680" cy="4906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s-ES" sz="18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4</a:t>
              </a: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3291840" y="4140000"/>
              <a:ext cx="3561120" cy="360"/>
            </a:xfrm>
            <a:prstGeom prst="line">
              <a:avLst/>
            </a:prstGeom>
            <a:ln cap="rnd" w="36000">
              <a:solidFill>
                <a:srgbClr val="f8b622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13" name=""/>
          <p:cNvGrpSpPr/>
          <p:nvPr/>
        </p:nvGrpSpPr>
        <p:grpSpPr>
          <a:xfrm>
            <a:off x="4080600" y="4557600"/>
            <a:ext cx="3798360" cy="490680"/>
            <a:chOff x="4080600" y="4557600"/>
            <a:chExt cx="3798360" cy="490680"/>
          </a:xfrm>
        </p:grpSpPr>
        <p:sp>
          <p:nvSpPr>
            <p:cNvPr id="314" name=""/>
            <p:cNvSpPr/>
            <p:nvPr/>
          </p:nvSpPr>
          <p:spPr>
            <a:xfrm>
              <a:off x="4080600" y="4557600"/>
              <a:ext cx="490680" cy="4906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r>
                <a:rPr b="1" lang="es-E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5</a:t>
              </a: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 flipH="1">
              <a:off x="4320000" y="5025600"/>
              <a:ext cx="355896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16" name="PlaceHolder 1"/>
          <p:cNvSpPr>
            <a:spLocks noGrp="1"/>
          </p:cNvSpPr>
          <p:nvPr>
            <p:ph type="subTitle"/>
          </p:nvPr>
        </p:nvSpPr>
        <p:spPr>
          <a:xfrm>
            <a:off x="4680000" y="619200"/>
            <a:ext cx="3131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b="1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Interconexion digital de objetos a traves de Internet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subTitle"/>
          </p:nvPr>
        </p:nvSpPr>
        <p:spPr>
          <a:xfrm>
            <a:off x="3384000" y="1656000"/>
            <a:ext cx="3131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b="1" lang="es-ES" sz="2400" strike="noStrike" u="none">
                <a:solidFill>
                  <a:srgbClr val="2a6099"/>
                </a:solidFill>
                <a:effectLst/>
                <a:uFillTx/>
                <a:latin typeface="Gabriola"/>
              </a:rPr>
              <a:t>Incorporan sensores, software y sistemas de comunicación que permiten: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ubTitle"/>
          </p:nvPr>
        </p:nvSpPr>
        <p:spPr>
          <a:xfrm>
            <a:off x="4680000" y="2638800"/>
            <a:ext cx="3131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b="1" lang="es-ES" sz="2400" strike="noStrike" u="none">
                <a:solidFill>
                  <a:srgbClr val="e54b89"/>
                </a:solidFill>
                <a:effectLst/>
                <a:uFillTx/>
                <a:latin typeface="Gabriola"/>
              </a:rPr>
              <a:t>Recopilar datos del entorno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subTitle"/>
          </p:nvPr>
        </p:nvSpPr>
        <p:spPr>
          <a:xfrm>
            <a:off x="3384000" y="3672000"/>
            <a:ext cx="3131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b="1" lang="es-ES" sz="2400" strike="noStrike" u="none">
                <a:solidFill>
                  <a:srgbClr val="ffbf00"/>
                </a:solidFill>
                <a:effectLst/>
                <a:uFillTx/>
                <a:latin typeface="Gabriola"/>
              </a:rPr>
              <a:t>Transmitirlos a otros dispositivos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subTitle"/>
          </p:nvPr>
        </p:nvSpPr>
        <p:spPr>
          <a:xfrm>
            <a:off x="4680000" y="4557600"/>
            <a:ext cx="3131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b="1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Recibir instrucciones y actuar de forma automática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6"/>
          <p:cNvSpPr>
            <a:spLocks noGrp="1"/>
          </p:cNvSpPr>
          <p:nvPr>
            <p:ph type="title"/>
          </p:nvPr>
        </p:nvSpPr>
        <p:spPr>
          <a:xfrm rot="5400000">
            <a:off x="6571440" y="2272320"/>
            <a:ext cx="4949280" cy="11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5400" strike="noStrike" u="none">
                <a:solidFill>
                  <a:srgbClr val="fe7130"/>
                </a:solidFill>
                <a:effectLst/>
                <a:uFillTx/>
                <a:latin typeface="Gabriola"/>
              </a:rPr>
              <a:t>¿En que consiste?</a:t>
            </a:r>
            <a:endParaRPr b="0" lang="es-E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960000" y="198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ff8000"/>
                </a:solidFill>
                <a:effectLst/>
                <a:uFillTx/>
                <a:latin typeface="Gabriola"/>
              </a:rPr>
              <a:t>¿Qué recursos necesita esta tecnologia?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>
            <a:off x="6380280" y="1956240"/>
            <a:ext cx="1757520" cy="878040"/>
          </a:xfrm>
          <a:custGeom>
            <a:avLst/>
            <a:gdLst>
              <a:gd name="textAreaLeft" fmla="*/ 0 w 1757520"/>
              <a:gd name="textAreaRight" fmla="*/ 1758240 w 1757520"/>
              <a:gd name="textAreaTop" fmla="*/ 0 h 878040"/>
              <a:gd name="textAreaBottom" fmla="*/ 878760 h 878040"/>
            </a:gdLst>
            <a:ahLst/>
            <a:cxnLst/>
            <a:rect l="textAreaLeft" t="textAreaTop" r="textAreaRight" b="textAreaBottom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24" name=""/>
          <p:cNvGrpSpPr/>
          <p:nvPr/>
        </p:nvGrpSpPr>
        <p:grpSpPr>
          <a:xfrm>
            <a:off x="7147800" y="1423800"/>
            <a:ext cx="269280" cy="801720"/>
            <a:chOff x="7147800" y="1423800"/>
            <a:chExt cx="269280" cy="801720"/>
          </a:xfrm>
        </p:grpSpPr>
        <p:sp>
          <p:nvSpPr>
            <p:cNvPr id="325" name=""/>
            <p:cNvSpPr/>
            <p:nvPr/>
          </p:nvSpPr>
          <p:spPr>
            <a:xfrm flipV="1">
              <a:off x="7282800" y="1514160"/>
              <a:ext cx="360" cy="442080"/>
            </a:xfrm>
            <a:prstGeom prst="line">
              <a:avLst/>
            </a:prstGeom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7192800" y="1423800"/>
              <a:ext cx="179280" cy="179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7147800" y="195624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28" name=""/>
          <p:cNvSpPr/>
          <p:nvPr/>
        </p:nvSpPr>
        <p:spPr>
          <a:xfrm>
            <a:off x="4885200" y="2643840"/>
            <a:ext cx="1757520" cy="1069560"/>
          </a:xfrm>
          <a:custGeom>
            <a:avLst/>
            <a:gdLst>
              <a:gd name="textAreaLeft" fmla="*/ 0 w 1757520"/>
              <a:gd name="textAreaRight" fmla="*/ 1758240 w 1757520"/>
              <a:gd name="textAreaTop" fmla="*/ 0 h 1069560"/>
              <a:gd name="textAreaBottom" fmla="*/ 1070280 h 1069560"/>
            </a:gdLst>
            <a:ahLst/>
            <a:cxnLst/>
            <a:rect l="textAreaLeft" t="textAreaTop" r="textAreaRight" b="textAreaBottom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29" name=""/>
          <p:cNvGrpSpPr/>
          <p:nvPr/>
        </p:nvGrpSpPr>
        <p:grpSpPr>
          <a:xfrm>
            <a:off x="5625000" y="3452400"/>
            <a:ext cx="269280" cy="793080"/>
            <a:chOff x="5625000" y="3452400"/>
            <a:chExt cx="269280" cy="793080"/>
          </a:xfrm>
        </p:grpSpPr>
        <p:sp>
          <p:nvSpPr>
            <p:cNvPr id="330" name=""/>
            <p:cNvSpPr/>
            <p:nvPr/>
          </p:nvSpPr>
          <p:spPr>
            <a:xfrm>
              <a:off x="5760000" y="3711600"/>
              <a:ext cx="360" cy="442800"/>
            </a:xfrm>
            <a:prstGeom prst="line">
              <a:avLst/>
            </a:prstGeom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5670000" y="4066200"/>
              <a:ext cx="179280" cy="179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5625000" y="345240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33" name=""/>
          <p:cNvSpPr/>
          <p:nvPr/>
        </p:nvSpPr>
        <p:spPr>
          <a:xfrm>
            <a:off x="3389760" y="1956240"/>
            <a:ext cx="1757520" cy="1050840"/>
          </a:xfrm>
          <a:custGeom>
            <a:avLst/>
            <a:gdLst>
              <a:gd name="textAreaLeft" fmla="*/ 0 w 1757520"/>
              <a:gd name="textAreaRight" fmla="*/ 1758240 w 1757520"/>
              <a:gd name="textAreaTop" fmla="*/ 0 h 1050840"/>
              <a:gd name="textAreaBottom" fmla="*/ 1051560 h 1050840"/>
            </a:gdLst>
            <a:ahLst/>
            <a:cxnLst/>
            <a:rect l="textAreaLeft" t="textAreaTop" r="textAreaRight" b="textAreaBottom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34" name=""/>
          <p:cNvGrpSpPr/>
          <p:nvPr/>
        </p:nvGrpSpPr>
        <p:grpSpPr>
          <a:xfrm>
            <a:off x="4149000" y="1423800"/>
            <a:ext cx="269280" cy="801720"/>
            <a:chOff x="4149000" y="1423800"/>
            <a:chExt cx="269280" cy="801720"/>
          </a:xfrm>
        </p:grpSpPr>
        <p:sp>
          <p:nvSpPr>
            <p:cNvPr id="335" name=""/>
            <p:cNvSpPr/>
            <p:nvPr/>
          </p:nvSpPr>
          <p:spPr>
            <a:xfrm flipV="1">
              <a:off x="4284000" y="1514160"/>
              <a:ext cx="360" cy="442080"/>
            </a:xfrm>
            <a:prstGeom prst="line">
              <a:avLst/>
            </a:prstGeom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4194000" y="1423800"/>
              <a:ext cx="179280" cy="179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4149000" y="195624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38" name=""/>
          <p:cNvSpPr/>
          <p:nvPr/>
        </p:nvSpPr>
        <p:spPr>
          <a:xfrm>
            <a:off x="1894320" y="2674080"/>
            <a:ext cx="1757160" cy="1039320"/>
          </a:xfrm>
          <a:custGeom>
            <a:avLst/>
            <a:gdLst>
              <a:gd name="textAreaLeft" fmla="*/ 0 w 1757160"/>
              <a:gd name="textAreaRight" fmla="*/ 1757880 w 1757160"/>
              <a:gd name="textAreaTop" fmla="*/ 0 h 1039320"/>
              <a:gd name="textAreaBottom" fmla="*/ 1040040 h 1039320"/>
            </a:gdLst>
            <a:ahLst/>
            <a:cxnLst/>
            <a:rect l="textAreaLeft" t="textAreaTop" r="textAreaRight" b="textAreaBottom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39" name=""/>
          <p:cNvGrpSpPr/>
          <p:nvPr/>
        </p:nvGrpSpPr>
        <p:grpSpPr>
          <a:xfrm>
            <a:off x="2637000" y="3452400"/>
            <a:ext cx="269280" cy="793080"/>
            <a:chOff x="2637000" y="3452400"/>
            <a:chExt cx="269280" cy="793080"/>
          </a:xfrm>
        </p:grpSpPr>
        <p:sp>
          <p:nvSpPr>
            <p:cNvPr id="340" name=""/>
            <p:cNvSpPr/>
            <p:nvPr/>
          </p:nvSpPr>
          <p:spPr>
            <a:xfrm>
              <a:off x="2772000" y="3711600"/>
              <a:ext cx="360" cy="442800"/>
            </a:xfrm>
            <a:prstGeom prst="line">
              <a:avLst/>
            </a:prstGeom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1" name=""/>
            <p:cNvSpPr/>
            <p:nvPr/>
          </p:nvSpPr>
          <p:spPr>
            <a:xfrm>
              <a:off x="2682000" y="4066200"/>
              <a:ext cx="179280" cy="179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2" name=""/>
            <p:cNvSpPr/>
            <p:nvPr/>
          </p:nvSpPr>
          <p:spPr>
            <a:xfrm>
              <a:off x="2637000" y="345240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43" name=""/>
          <p:cNvGrpSpPr/>
          <p:nvPr/>
        </p:nvGrpSpPr>
        <p:grpSpPr>
          <a:xfrm>
            <a:off x="1843200" y="2649600"/>
            <a:ext cx="359280" cy="359280"/>
            <a:chOff x="1843200" y="2649600"/>
            <a:chExt cx="359280" cy="359280"/>
          </a:xfrm>
        </p:grpSpPr>
        <p:sp>
          <p:nvSpPr>
            <p:cNvPr id="344" name=""/>
            <p:cNvSpPr/>
            <p:nvPr/>
          </p:nvSpPr>
          <p:spPr>
            <a:xfrm>
              <a:off x="1843200" y="2649600"/>
              <a:ext cx="359280" cy="35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5" name=""/>
            <p:cNvSpPr/>
            <p:nvPr/>
          </p:nvSpPr>
          <p:spPr>
            <a:xfrm>
              <a:off x="1843200" y="2649600"/>
              <a:ext cx="359280" cy="359280"/>
            </a:xfrm>
            <a:prstGeom prst="ellipse">
              <a:avLst/>
            </a:prstGeom>
            <a:solidFill>
              <a:srgbClr val="7f59ae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1915200" y="2721600"/>
              <a:ext cx="215280" cy="21528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47" name=""/>
          <p:cNvGrpSpPr/>
          <p:nvPr/>
        </p:nvGrpSpPr>
        <p:grpSpPr>
          <a:xfrm>
            <a:off x="7830000" y="2649600"/>
            <a:ext cx="359280" cy="359280"/>
            <a:chOff x="7830000" y="2649600"/>
            <a:chExt cx="359280" cy="359280"/>
          </a:xfrm>
        </p:grpSpPr>
        <p:sp>
          <p:nvSpPr>
            <p:cNvPr id="348" name=""/>
            <p:cNvSpPr/>
            <p:nvPr/>
          </p:nvSpPr>
          <p:spPr>
            <a:xfrm>
              <a:off x="7830000" y="2649600"/>
              <a:ext cx="359280" cy="35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7830000" y="2649600"/>
              <a:ext cx="359280" cy="359280"/>
            </a:xfrm>
            <a:prstGeom prst="ellipse">
              <a:avLst/>
            </a:prstGeom>
            <a:solidFill>
              <a:srgbClr val="f8b622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7902000" y="2721600"/>
              <a:ext cx="215280" cy="21528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51" name="PlaceHolder 1"/>
          <p:cNvSpPr>
            <a:spLocks noGrp="1"/>
          </p:cNvSpPr>
          <p:nvPr>
            <p:ph/>
          </p:nvPr>
        </p:nvSpPr>
        <p:spPr>
          <a:xfrm>
            <a:off x="1800000" y="4320000"/>
            <a:ext cx="197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55308d"/>
                </a:solidFill>
                <a:effectLst/>
                <a:uFillTx/>
                <a:latin typeface="Gabriola"/>
              </a:rPr>
              <a:t>Sensores y actuadores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716000" y="4212000"/>
            <a:ext cx="197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600" strike="noStrike" u="none">
                <a:solidFill>
                  <a:srgbClr val="e16173"/>
                </a:solidFill>
                <a:effectLst/>
                <a:uFillTx/>
                <a:latin typeface="Gabriola"/>
              </a:rPr>
              <a:t>Gateways o dispositivos de borde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3204000" y="720000"/>
            <a:ext cx="197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6600" strike="noStrike" u="none">
                <a:solidFill>
                  <a:srgbClr val="2a6099"/>
                </a:solidFill>
                <a:effectLst/>
                <a:uFillTx/>
                <a:latin typeface="Gabriola"/>
              </a:rPr>
              <a:t>Dispositivos de procesamiento</a:t>
            </a:r>
            <a:endParaRPr b="0" lang="es-E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6120000" y="720000"/>
            <a:ext cx="215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600" strike="noStrike" u="none">
                <a:solidFill>
                  <a:srgbClr val="ffbf00"/>
                </a:solidFill>
                <a:effectLst/>
                <a:uFillTx/>
                <a:latin typeface="Gabriola"/>
              </a:rPr>
              <a:t>Infraestructura de conectividad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180000" y="2340000"/>
            <a:ext cx="16192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3600" strike="noStrike" u="none">
                <a:solidFill>
                  <a:srgbClr val="7f59ae"/>
                </a:solidFill>
                <a:effectLst/>
                <a:uFillTx/>
                <a:latin typeface="Gabriola"/>
                <a:ea typeface="DejaVu Sans"/>
              </a:rPr>
              <a:t>Recursos hardware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Recursos hardware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1027800" y="1683000"/>
            <a:ext cx="464400" cy="441720"/>
          </a:xfrm>
          <a:custGeom>
            <a:avLst/>
            <a:gdLst>
              <a:gd name="textAreaLeft" fmla="*/ 0 w 464400"/>
              <a:gd name="textAreaRight" fmla="*/ 465120 w 464400"/>
              <a:gd name="textAreaTop" fmla="*/ 0 h 441720"/>
              <a:gd name="textAreaBottom" fmla="*/ 442440 h 441720"/>
            </a:gdLst>
            <a:ahLst/>
            <a:cxnLst/>
            <a:rect l="textAreaLeft" t="textAreaTop" r="textAreaRight" b="textAreaBottom"/>
            <a:pathLst>
              <a:path w="1292" h="1229">
                <a:moveTo>
                  <a:pt x="1045" y="1229"/>
                </a:moveTo>
                <a:cubicBezTo>
                  <a:pt x="912" y="1158"/>
                  <a:pt x="779" y="1086"/>
                  <a:pt x="646" y="1015"/>
                </a:cubicBezTo>
                <a:cubicBezTo>
                  <a:pt x="513" y="1086"/>
                  <a:pt x="380" y="1157"/>
                  <a:pt x="247" y="1228"/>
                </a:cubicBezTo>
                <a:cubicBezTo>
                  <a:pt x="274" y="1080"/>
                  <a:pt x="300" y="931"/>
                  <a:pt x="327" y="783"/>
                </a:cubicBezTo>
                <a:cubicBezTo>
                  <a:pt x="218" y="678"/>
                  <a:pt x="109" y="574"/>
                  <a:pt x="0" y="469"/>
                </a:cubicBezTo>
                <a:cubicBezTo>
                  <a:pt x="150" y="448"/>
                  <a:pt x="299" y="428"/>
                  <a:pt x="449" y="407"/>
                </a:cubicBezTo>
                <a:cubicBezTo>
                  <a:pt x="515" y="271"/>
                  <a:pt x="580" y="136"/>
                  <a:pt x="646" y="0"/>
                </a:cubicBezTo>
                <a:cubicBezTo>
                  <a:pt x="712" y="136"/>
                  <a:pt x="778" y="271"/>
                  <a:pt x="844" y="407"/>
                </a:cubicBezTo>
                <a:cubicBezTo>
                  <a:pt x="993" y="428"/>
                  <a:pt x="1143" y="448"/>
                  <a:pt x="1292" y="469"/>
                </a:cubicBezTo>
                <a:cubicBezTo>
                  <a:pt x="1183" y="574"/>
                  <a:pt x="1074" y="678"/>
                  <a:pt x="965" y="783"/>
                </a:cubicBezTo>
                <a:cubicBezTo>
                  <a:pt x="992" y="932"/>
                  <a:pt x="1018" y="1080"/>
                  <a:pt x="1045" y="1229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58" name=""/>
          <p:cNvSpPr/>
          <p:nvPr/>
        </p:nvSpPr>
        <p:spPr>
          <a:xfrm>
            <a:off x="3603960" y="1673640"/>
            <a:ext cx="352800" cy="460080"/>
          </a:xfrm>
          <a:custGeom>
            <a:avLst/>
            <a:gdLst>
              <a:gd name="textAreaLeft" fmla="*/ 0 w 352800"/>
              <a:gd name="textAreaRight" fmla="*/ 353520 w 352800"/>
              <a:gd name="textAreaTop" fmla="*/ 0 h 460080"/>
              <a:gd name="textAreaBottom" fmla="*/ 460800 h 460080"/>
            </a:gdLst>
            <a:ahLst/>
            <a:cxnLst/>
            <a:rect l="textAreaLeft" t="textAreaTop" r="textAreaRight" b="textAreaBottom"/>
            <a:pathLst>
              <a:path w="982" h="1280">
                <a:moveTo>
                  <a:pt x="640" y="0"/>
                </a:moveTo>
                <a:cubicBezTo>
                  <a:pt x="528" y="0"/>
                  <a:pt x="417" y="30"/>
                  <a:pt x="320" y="86"/>
                </a:cubicBezTo>
                <a:cubicBezTo>
                  <a:pt x="223" y="142"/>
                  <a:pt x="142" y="223"/>
                  <a:pt x="86" y="320"/>
                </a:cubicBezTo>
                <a:cubicBezTo>
                  <a:pt x="30" y="417"/>
                  <a:pt x="0" y="528"/>
                  <a:pt x="0" y="640"/>
                </a:cubicBezTo>
                <a:cubicBezTo>
                  <a:pt x="0" y="752"/>
                  <a:pt x="30" y="863"/>
                  <a:pt x="86" y="960"/>
                </a:cubicBezTo>
                <a:cubicBezTo>
                  <a:pt x="142" y="1057"/>
                  <a:pt x="223" y="1138"/>
                  <a:pt x="320" y="1194"/>
                </a:cubicBezTo>
                <a:cubicBezTo>
                  <a:pt x="417" y="1250"/>
                  <a:pt x="528" y="1280"/>
                  <a:pt x="640" y="1280"/>
                </a:cubicBezTo>
                <a:cubicBezTo>
                  <a:pt x="752" y="1280"/>
                  <a:pt x="862" y="1250"/>
                  <a:pt x="959" y="1194"/>
                </a:cubicBezTo>
                <a:cubicBezTo>
                  <a:pt x="967" y="1190"/>
                  <a:pt x="974" y="1185"/>
                  <a:pt x="982" y="1181"/>
                </a:cubicBezTo>
                <a:cubicBezTo>
                  <a:pt x="952" y="1185"/>
                  <a:pt x="922" y="1188"/>
                  <a:pt x="892" y="1188"/>
                </a:cubicBezTo>
                <a:cubicBezTo>
                  <a:pt x="792" y="1188"/>
                  <a:pt x="694" y="1162"/>
                  <a:pt x="608" y="1112"/>
                </a:cubicBezTo>
                <a:cubicBezTo>
                  <a:pt x="522" y="1062"/>
                  <a:pt x="450" y="990"/>
                  <a:pt x="400" y="904"/>
                </a:cubicBezTo>
                <a:cubicBezTo>
                  <a:pt x="350" y="818"/>
                  <a:pt x="324" y="720"/>
                  <a:pt x="324" y="620"/>
                </a:cubicBezTo>
                <a:cubicBezTo>
                  <a:pt x="324" y="520"/>
                  <a:pt x="350" y="422"/>
                  <a:pt x="400" y="336"/>
                </a:cubicBezTo>
                <a:cubicBezTo>
                  <a:pt x="450" y="250"/>
                  <a:pt x="522" y="178"/>
                  <a:pt x="608" y="128"/>
                </a:cubicBezTo>
                <a:cubicBezTo>
                  <a:pt x="694" y="78"/>
                  <a:pt x="792" y="52"/>
                  <a:pt x="892" y="52"/>
                </a:cubicBezTo>
                <a:cubicBezTo>
                  <a:pt x="812" y="18"/>
                  <a:pt x="726" y="0"/>
                  <a:pt x="640" y="0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59" name=""/>
          <p:cNvSpPr/>
          <p:nvPr/>
        </p:nvSpPr>
        <p:spPr>
          <a:xfrm>
            <a:off x="6044400" y="1647720"/>
            <a:ext cx="511560" cy="511920"/>
          </a:xfrm>
          <a:custGeom>
            <a:avLst/>
            <a:gdLst>
              <a:gd name="textAreaLeft" fmla="*/ 0 w 511560"/>
              <a:gd name="textAreaRight" fmla="*/ 512280 w 511560"/>
              <a:gd name="textAreaTop" fmla="*/ 0 h 511920"/>
              <a:gd name="textAreaBottom" fmla="*/ 512640 h 511920"/>
            </a:gdLst>
            <a:ahLst/>
            <a:cxnLst/>
            <a:rect l="textAreaLeft" t="textAreaTop" r="textAreaRight" b="textAreaBottom"/>
            <a:pathLst>
              <a:path w="1423" h="1424">
                <a:moveTo>
                  <a:pt x="802" y="1424"/>
                </a:moveTo>
                <a:cubicBezTo>
                  <a:pt x="741" y="1301"/>
                  <a:pt x="679" y="1177"/>
                  <a:pt x="618" y="1054"/>
                </a:cubicBezTo>
                <a:cubicBezTo>
                  <a:pt x="503" y="1129"/>
                  <a:pt x="387" y="1204"/>
                  <a:pt x="272" y="1279"/>
                </a:cubicBezTo>
                <a:cubicBezTo>
                  <a:pt x="316" y="1149"/>
                  <a:pt x="360" y="1018"/>
                  <a:pt x="404" y="888"/>
                </a:cubicBezTo>
                <a:cubicBezTo>
                  <a:pt x="269" y="859"/>
                  <a:pt x="135" y="831"/>
                  <a:pt x="0" y="802"/>
                </a:cubicBezTo>
                <a:cubicBezTo>
                  <a:pt x="123" y="741"/>
                  <a:pt x="246" y="679"/>
                  <a:pt x="369" y="618"/>
                </a:cubicBezTo>
                <a:cubicBezTo>
                  <a:pt x="294" y="503"/>
                  <a:pt x="219" y="387"/>
                  <a:pt x="144" y="272"/>
                </a:cubicBezTo>
                <a:cubicBezTo>
                  <a:pt x="275" y="316"/>
                  <a:pt x="405" y="360"/>
                  <a:pt x="536" y="404"/>
                </a:cubicBezTo>
                <a:cubicBezTo>
                  <a:pt x="564" y="269"/>
                  <a:pt x="593" y="135"/>
                  <a:pt x="621" y="0"/>
                </a:cubicBezTo>
                <a:cubicBezTo>
                  <a:pt x="682" y="123"/>
                  <a:pt x="744" y="247"/>
                  <a:pt x="805" y="370"/>
                </a:cubicBezTo>
                <a:cubicBezTo>
                  <a:pt x="920" y="295"/>
                  <a:pt x="1036" y="219"/>
                  <a:pt x="1151" y="144"/>
                </a:cubicBezTo>
                <a:cubicBezTo>
                  <a:pt x="1107" y="275"/>
                  <a:pt x="1063" y="405"/>
                  <a:pt x="1019" y="536"/>
                </a:cubicBezTo>
                <a:cubicBezTo>
                  <a:pt x="1154" y="564"/>
                  <a:pt x="1288" y="593"/>
                  <a:pt x="1423" y="621"/>
                </a:cubicBezTo>
                <a:cubicBezTo>
                  <a:pt x="1300" y="682"/>
                  <a:pt x="1176" y="744"/>
                  <a:pt x="1053" y="805"/>
                </a:cubicBezTo>
                <a:cubicBezTo>
                  <a:pt x="1128" y="920"/>
                  <a:pt x="1204" y="1036"/>
                  <a:pt x="1279" y="1151"/>
                </a:cubicBezTo>
                <a:cubicBezTo>
                  <a:pt x="1148" y="1107"/>
                  <a:pt x="1018" y="1063"/>
                  <a:pt x="887" y="1019"/>
                </a:cubicBezTo>
                <a:cubicBezTo>
                  <a:pt x="859" y="1154"/>
                  <a:pt x="830" y="1289"/>
                  <a:pt x="802" y="1424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60" name=""/>
          <p:cNvSpPr/>
          <p:nvPr/>
        </p:nvSpPr>
        <p:spPr>
          <a:xfrm>
            <a:off x="8519040" y="1705320"/>
            <a:ext cx="601200" cy="396720"/>
          </a:xfrm>
          <a:custGeom>
            <a:avLst/>
            <a:gdLst>
              <a:gd name="textAreaLeft" fmla="*/ 0 w 601200"/>
              <a:gd name="textAreaRight" fmla="*/ 601920 w 601200"/>
              <a:gd name="textAreaTop" fmla="*/ 0 h 396720"/>
              <a:gd name="textAreaBottom" fmla="*/ 397440 h 396720"/>
            </a:gdLst>
            <a:ahLst/>
            <a:cxnLst/>
            <a:rect l="textAreaLeft" t="textAreaTop" r="textAreaRight" b="textAreaBottom"/>
            <a:pathLst>
              <a:path w="1672" h="1104">
                <a:moveTo>
                  <a:pt x="690" y="258"/>
                </a:moveTo>
                <a:cubicBezTo>
                  <a:pt x="749" y="-108"/>
                  <a:pt x="1433" y="-91"/>
                  <a:pt x="1373" y="347"/>
                </a:cubicBezTo>
                <a:cubicBezTo>
                  <a:pt x="2065" y="533"/>
                  <a:pt x="1385" y="1326"/>
                  <a:pt x="1028" y="878"/>
                </a:cubicBezTo>
                <a:cubicBezTo>
                  <a:pt x="617" y="1311"/>
                  <a:pt x="160" y="1056"/>
                  <a:pt x="18" y="663"/>
                </a:cubicBezTo>
                <a:cubicBezTo>
                  <a:pt x="-84" y="382"/>
                  <a:pt x="251" y="-71"/>
                  <a:pt x="690" y="258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180000" y="2700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Sensores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Temperatura, luz,  humedad, presión, movimiento, sonido...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Actuadores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Motores,  válvulas, relés, luces...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2646000" y="2880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Microcontroladores y microprocesadores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Se encargan de recoger los datos  de los sensores y ejecutar determinadas instrucciones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5166000" y="2988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Actuan como intermediarios entre los sensores y la nube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Filtran, agregan y procesan datos localmente para reducir tanto la latencia como el consumo de red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/>
          </p:nvPr>
        </p:nvSpPr>
        <p:spPr>
          <a:xfrm>
            <a:off x="7686000" y="2880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Redes inalámbricas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Redes de bajo consumo y largo alcance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Redes móviles avanzadas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6"/>
          <p:cNvSpPr>
            <a:spLocks noGrp="1"/>
          </p:cNvSpPr>
          <p:nvPr>
            <p:ph type="subTitle"/>
          </p:nvPr>
        </p:nvSpPr>
        <p:spPr>
          <a:xfrm>
            <a:off x="180000" y="205236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1" lang="es-ES" sz="2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Sensores y actuadores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7"/>
          <p:cNvSpPr>
            <a:spLocks noGrp="1"/>
          </p:cNvSpPr>
          <p:nvPr>
            <p:ph type="subTitle"/>
          </p:nvPr>
        </p:nvSpPr>
        <p:spPr>
          <a:xfrm>
            <a:off x="2646000" y="216000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19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Dispositivos de procesamiento</a:t>
            </a:r>
            <a:endParaRPr b="0" lang="es-E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8"/>
          <p:cNvSpPr>
            <a:spLocks noGrp="1"/>
          </p:cNvSpPr>
          <p:nvPr>
            <p:ph type="subTitle"/>
          </p:nvPr>
        </p:nvSpPr>
        <p:spPr>
          <a:xfrm>
            <a:off x="5166000" y="223200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19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Gateways o dispositivos de borde</a:t>
            </a:r>
            <a:endParaRPr b="0" lang="es-E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9"/>
          <p:cNvSpPr>
            <a:spLocks noGrp="1"/>
          </p:cNvSpPr>
          <p:nvPr>
            <p:ph type="subTitle"/>
          </p:nvPr>
        </p:nvSpPr>
        <p:spPr>
          <a:xfrm>
            <a:off x="7686000" y="223200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19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Infraestructura de conectividad</a:t>
            </a:r>
            <a:endParaRPr b="0" lang="es-E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>
            <a:off x="6380280" y="1956240"/>
            <a:ext cx="1757520" cy="878040"/>
          </a:xfrm>
          <a:custGeom>
            <a:avLst/>
            <a:gdLst>
              <a:gd name="textAreaLeft" fmla="*/ 0 w 1757520"/>
              <a:gd name="textAreaRight" fmla="*/ 1758240 w 1757520"/>
              <a:gd name="textAreaTop" fmla="*/ 0 h 878040"/>
              <a:gd name="textAreaBottom" fmla="*/ 878760 h 878040"/>
            </a:gdLst>
            <a:ahLst/>
            <a:cxnLst/>
            <a:rect l="textAreaLeft" t="textAreaTop" r="textAreaRight" b="textAreaBottom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70" name=""/>
          <p:cNvGrpSpPr/>
          <p:nvPr/>
        </p:nvGrpSpPr>
        <p:grpSpPr>
          <a:xfrm>
            <a:off x="7147800" y="1423800"/>
            <a:ext cx="269280" cy="801720"/>
            <a:chOff x="7147800" y="1423800"/>
            <a:chExt cx="269280" cy="801720"/>
          </a:xfrm>
        </p:grpSpPr>
        <p:sp>
          <p:nvSpPr>
            <p:cNvPr id="371" name=""/>
            <p:cNvSpPr/>
            <p:nvPr/>
          </p:nvSpPr>
          <p:spPr>
            <a:xfrm flipV="1">
              <a:off x="7282800" y="1514160"/>
              <a:ext cx="360" cy="442080"/>
            </a:xfrm>
            <a:prstGeom prst="line">
              <a:avLst/>
            </a:prstGeom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7192800" y="1423800"/>
              <a:ext cx="179280" cy="179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7147800" y="195624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74" name=""/>
          <p:cNvSpPr/>
          <p:nvPr/>
        </p:nvSpPr>
        <p:spPr>
          <a:xfrm>
            <a:off x="4885200" y="2643840"/>
            <a:ext cx="1757520" cy="1069560"/>
          </a:xfrm>
          <a:custGeom>
            <a:avLst/>
            <a:gdLst>
              <a:gd name="textAreaLeft" fmla="*/ 0 w 1757520"/>
              <a:gd name="textAreaRight" fmla="*/ 1758240 w 1757520"/>
              <a:gd name="textAreaTop" fmla="*/ 0 h 1069560"/>
              <a:gd name="textAreaBottom" fmla="*/ 1070280 h 1069560"/>
            </a:gdLst>
            <a:ahLst/>
            <a:cxnLst/>
            <a:rect l="textAreaLeft" t="textAreaTop" r="textAreaRight" b="textAreaBottom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75" name=""/>
          <p:cNvGrpSpPr/>
          <p:nvPr/>
        </p:nvGrpSpPr>
        <p:grpSpPr>
          <a:xfrm>
            <a:off x="5625000" y="3452400"/>
            <a:ext cx="269280" cy="793080"/>
            <a:chOff x="5625000" y="3452400"/>
            <a:chExt cx="269280" cy="793080"/>
          </a:xfrm>
        </p:grpSpPr>
        <p:sp>
          <p:nvSpPr>
            <p:cNvPr id="376" name=""/>
            <p:cNvSpPr/>
            <p:nvPr/>
          </p:nvSpPr>
          <p:spPr>
            <a:xfrm>
              <a:off x="5760000" y="3711600"/>
              <a:ext cx="360" cy="442800"/>
            </a:xfrm>
            <a:prstGeom prst="line">
              <a:avLst/>
            </a:prstGeom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5670000" y="4066200"/>
              <a:ext cx="179280" cy="179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5625000" y="345240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79" name=""/>
          <p:cNvSpPr/>
          <p:nvPr/>
        </p:nvSpPr>
        <p:spPr>
          <a:xfrm>
            <a:off x="3389760" y="1956240"/>
            <a:ext cx="1757520" cy="1050840"/>
          </a:xfrm>
          <a:custGeom>
            <a:avLst/>
            <a:gdLst>
              <a:gd name="textAreaLeft" fmla="*/ 0 w 1757520"/>
              <a:gd name="textAreaRight" fmla="*/ 1758240 w 1757520"/>
              <a:gd name="textAreaTop" fmla="*/ 0 h 1050840"/>
              <a:gd name="textAreaBottom" fmla="*/ 1051560 h 1050840"/>
            </a:gdLst>
            <a:ahLst/>
            <a:cxnLst/>
            <a:rect l="textAreaLeft" t="textAreaTop" r="textAreaRight" b="textAreaBottom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80" name=""/>
          <p:cNvGrpSpPr/>
          <p:nvPr/>
        </p:nvGrpSpPr>
        <p:grpSpPr>
          <a:xfrm>
            <a:off x="4149000" y="1423800"/>
            <a:ext cx="269280" cy="801720"/>
            <a:chOff x="4149000" y="1423800"/>
            <a:chExt cx="269280" cy="801720"/>
          </a:xfrm>
        </p:grpSpPr>
        <p:sp>
          <p:nvSpPr>
            <p:cNvPr id="381" name=""/>
            <p:cNvSpPr/>
            <p:nvPr/>
          </p:nvSpPr>
          <p:spPr>
            <a:xfrm flipV="1">
              <a:off x="4284000" y="1514160"/>
              <a:ext cx="360" cy="442080"/>
            </a:xfrm>
            <a:prstGeom prst="line">
              <a:avLst/>
            </a:prstGeom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4194000" y="1423800"/>
              <a:ext cx="179280" cy="179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4149000" y="195624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84" name=""/>
          <p:cNvSpPr/>
          <p:nvPr/>
        </p:nvSpPr>
        <p:spPr>
          <a:xfrm>
            <a:off x="1894320" y="2674080"/>
            <a:ext cx="1757160" cy="1039320"/>
          </a:xfrm>
          <a:custGeom>
            <a:avLst/>
            <a:gdLst>
              <a:gd name="textAreaLeft" fmla="*/ 0 w 1757160"/>
              <a:gd name="textAreaRight" fmla="*/ 1757880 w 1757160"/>
              <a:gd name="textAreaTop" fmla="*/ 0 h 1039320"/>
              <a:gd name="textAreaBottom" fmla="*/ 1040040 h 1039320"/>
            </a:gdLst>
            <a:ahLst/>
            <a:cxnLst/>
            <a:rect l="textAreaLeft" t="textAreaTop" r="textAreaRight" b="textAreaBottom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385" name=""/>
          <p:cNvGrpSpPr/>
          <p:nvPr/>
        </p:nvGrpSpPr>
        <p:grpSpPr>
          <a:xfrm>
            <a:off x="2637000" y="3452400"/>
            <a:ext cx="269280" cy="793080"/>
            <a:chOff x="2637000" y="3452400"/>
            <a:chExt cx="269280" cy="793080"/>
          </a:xfrm>
        </p:grpSpPr>
        <p:sp>
          <p:nvSpPr>
            <p:cNvPr id="386" name=""/>
            <p:cNvSpPr/>
            <p:nvPr/>
          </p:nvSpPr>
          <p:spPr>
            <a:xfrm>
              <a:off x="2772000" y="3711600"/>
              <a:ext cx="360" cy="442800"/>
            </a:xfrm>
            <a:prstGeom prst="line">
              <a:avLst/>
            </a:prstGeom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2682000" y="4066200"/>
              <a:ext cx="179280" cy="179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2637000" y="3452400"/>
              <a:ext cx="26928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89" name=""/>
          <p:cNvGrpSpPr/>
          <p:nvPr/>
        </p:nvGrpSpPr>
        <p:grpSpPr>
          <a:xfrm>
            <a:off x="1843200" y="2649600"/>
            <a:ext cx="359280" cy="359280"/>
            <a:chOff x="1843200" y="2649600"/>
            <a:chExt cx="359280" cy="359280"/>
          </a:xfrm>
        </p:grpSpPr>
        <p:sp>
          <p:nvSpPr>
            <p:cNvPr id="390" name=""/>
            <p:cNvSpPr/>
            <p:nvPr/>
          </p:nvSpPr>
          <p:spPr>
            <a:xfrm>
              <a:off x="1843200" y="2649600"/>
              <a:ext cx="359280" cy="35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1" name=""/>
            <p:cNvSpPr/>
            <p:nvPr/>
          </p:nvSpPr>
          <p:spPr>
            <a:xfrm>
              <a:off x="1843200" y="2649600"/>
              <a:ext cx="359280" cy="359280"/>
            </a:xfrm>
            <a:prstGeom prst="ellipse">
              <a:avLst/>
            </a:prstGeom>
            <a:solidFill>
              <a:srgbClr val="7f59ae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2" name=""/>
            <p:cNvSpPr/>
            <p:nvPr/>
          </p:nvSpPr>
          <p:spPr>
            <a:xfrm>
              <a:off x="1915200" y="2721600"/>
              <a:ext cx="215280" cy="21528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93" name=""/>
          <p:cNvGrpSpPr/>
          <p:nvPr/>
        </p:nvGrpSpPr>
        <p:grpSpPr>
          <a:xfrm>
            <a:off x="7830000" y="2649600"/>
            <a:ext cx="359280" cy="359280"/>
            <a:chOff x="7830000" y="2649600"/>
            <a:chExt cx="359280" cy="359280"/>
          </a:xfrm>
        </p:grpSpPr>
        <p:sp>
          <p:nvSpPr>
            <p:cNvPr id="394" name=""/>
            <p:cNvSpPr/>
            <p:nvPr/>
          </p:nvSpPr>
          <p:spPr>
            <a:xfrm>
              <a:off x="7830000" y="2649600"/>
              <a:ext cx="359280" cy="35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5" name=""/>
            <p:cNvSpPr/>
            <p:nvPr/>
          </p:nvSpPr>
          <p:spPr>
            <a:xfrm>
              <a:off x="7830000" y="2649600"/>
              <a:ext cx="359280" cy="359280"/>
            </a:xfrm>
            <a:prstGeom prst="ellipse">
              <a:avLst/>
            </a:prstGeom>
            <a:solidFill>
              <a:srgbClr val="f8b622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7902000" y="2721600"/>
              <a:ext cx="215280" cy="21528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97" name="PlaceHolder 1"/>
          <p:cNvSpPr>
            <a:spLocks noGrp="1"/>
          </p:cNvSpPr>
          <p:nvPr>
            <p:ph/>
          </p:nvPr>
        </p:nvSpPr>
        <p:spPr>
          <a:xfrm>
            <a:off x="1800000" y="4320000"/>
            <a:ext cx="197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55308d"/>
                </a:solidFill>
                <a:effectLst/>
                <a:uFillTx/>
                <a:latin typeface="Gabriola"/>
              </a:rPr>
              <a:t>Firmware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4680000" y="4335480"/>
            <a:ext cx="2303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e16173"/>
                </a:solidFill>
                <a:effectLst/>
                <a:uFillTx/>
                <a:latin typeface="Gabriola"/>
              </a:rPr>
              <a:t>Plataformas IoT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3240000" y="900000"/>
            <a:ext cx="197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2a6099"/>
                </a:solidFill>
                <a:effectLst/>
                <a:uFillTx/>
                <a:latin typeface="Gabriola"/>
              </a:rPr>
              <a:t>Middleware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6300000" y="720000"/>
            <a:ext cx="215928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600" strike="noStrike" u="none">
                <a:solidFill>
                  <a:srgbClr val="ffbf00"/>
                </a:solidFill>
                <a:effectLst/>
                <a:uFillTx/>
                <a:latin typeface="Gabriola"/>
              </a:rPr>
              <a:t>Analítica de datos e IA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180000" y="2340000"/>
            <a:ext cx="16192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3600" strike="noStrike" u="none">
                <a:solidFill>
                  <a:srgbClr val="7f59ae"/>
                </a:solidFill>
                <a:effectLst/>
                <a:uFillTx/>
                <a:latin typeface="Gabriola"/>
                <a:ea typeface="DejaVu Sans"/>
              </a:rPr>
              <a:t>Recursos software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7200000" y="3240000"/>
            <a:ext cx="215928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ffbf00"/>
                </a:solidFill>
                <a:effectLst/>
                <a:uFillTx/>
                <a:latin typeface="Gabriola"/>
                <a:ea typeface="DejaVu Sans"/>
              </a:rPr>
              <a:t>Seguridad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Recursos software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027800" y="1683000"/>
            <a:ext cx="464400" cy="441720"/>
          </a:xfrm>
          <a:custGeom>
            <a:avLst/>
            <a:gdLst>
              <a:gd name="textAreaLeft" fmla="*/ 0 w 464400"/>
              <a:gd name="textAreaRight" fmla="*/ 465120 w 464400"/>
              <a:gd name="textAreaTop" fmla="*/ 0 h 441720"/>
              <a:gd name="textAreaBottom" fmla="*/ 442440 h 441720"/>
            </a:gdLst>
            <a:ahLst/>
            <a:cxnLst/>
            <a:rect l="textAreaLeft" t="textAreaTop" r="textAreaRight" b="textAreaBottom"/>
            <a:pathLst>
              <a:path w="1292" h="1229">
                <a:moveTo>
                  <a:pt x="1045" y="1229"/>
                </a:moveTo>
                <a:cubicBezTo>
                  <a:pt x="912" y="1158"/>
                  <a:pt x="779" y="1086"/>
                  <a:pt x="646" y="1015"/>
                </a:cubicBezTo>
                <a:cubicBezTo>
                  <a:pt x="513" y="1086"/>
                  <a:pt x="380" y="1157"/>
                  <a:pt x="247" y="1228"/>
                </a:cubicBezTo>
                <a:cubicBezTo>
                  <a:pt x="274" y="1080"/>
                  <a:pt x="300" y="931"/>
                  <a:pt x="327" y="783"/>
                </a:cubicBezTo>
                <a:cubicBezTo>
                  <a:pt x="218" y="678"/>
                  <a:pt x="109" y="574"/>
                  <a:pt x="0" y="469"/>
                </a:cubicBezTo>
                <a:cubicBezTo>
                  <a:pt x="150" y="448"/>
                  <a:pt x="299" y="428"/>
                  <a:pt x="449" y="407"/>
                </a:cubicBezTo>
                <a:cubicBezTo>
                  <a:pt x="515" y="271"/>
                  <a:pt x="580" y="136"/>
                  <a:pt x="646" y="0"/>
                </a:cubicBezTo>
                <a:cubicBezTo>
                  <a:pt x="712" y="136"/>
                  <a:pt x="778" y="271"/>
                  <a:pt x="844" y="407"/>
                </a:cubicBezTo>
                <a:cubicBezTo>
                  <a:pt x="993" y="428"/>
                  <a:pt x="1143" y="448"/>
                  <a:pt x="1292" y="469"/>
                </a:cubicBezTo>
                <a:cubicBezTo>
                  <a:pt x="1183" y="574"/>
                  <a:pt x="1074" y="678"/>
                  <a:pt x="965" y="783"/>
                </a:cubicBezTo>
                <a:cubicBezTo>
                  <a:pt x="992" y="932"/>
                  <a:pt x="1018" y="1080"/>
                  <a:pt x="1045" y="1229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05" name=""/>
          <p:cNvSpPr/>
          <p:nvPr/>
        </p:nvSpPr>
        <p:spPr>
          <a:xfrm>
            <a:off x="3603960" y="1673640"/>
            <a:ext cx="352800" cy="460080"/>
          </a:xfrm>
          <a:custGeom>
            <a:avLst/>
            <a:gdLst>
              <a:gd name="textAreaLeft" fmla="*/ 0 w 352800"/>
              <a:gd name="textAreaRight" fmla="*/ 353520 w 352800"/>
              <a:gd name="textAreaTop" fmla="*/ 0 h 460080"/>
              <a:gd name="textAreaBottom" fmla="*/ 460800 h 460080"/>
            </a:gdLst>
            <a:ahLst/>
            <a:cxnLst/>
            <a:rect l="textAreaLeft" t="textAreaTop" r="textAreaRight" b="textAreaBottom"/>
            <a:pathLst>
              <a:path w="982" h="1280">
                <a:moveTo>
                  <a:pt x="640" y="0"/>
                </a:moveTo>
                <a:cubicBezTo>
                  <a:pt x="528" y="0"/>
                  <a:pt x="417" y="30"/>
                  <a:pt x="320" y="86"/>
                </a:cubicBezTo>
                <a:cubicBezTo>
                  <a:pt x="223" y="142"/>
                  <a:pt x="142" y="223"/>
                  <a:pt x="86" y="320"/>
                </a:cubicBezTo>
                <a:cubicBezTo>
                  <a:pt x="30" y="417"/>
                  <a:pt x="0" y="528"/>
                  <a:pt x="0" y="640"/>
                </a:cubicBezTo>
                <a:cubicBezTo>
                  <a:pt x="0" y="752"/>
                  <a:pt x="30" y="863"/>
                  <a:pt x="86" y="960"/>
                </a:cubicBezTo>
                <a:cubicBezTo>
                  <a:pt x="142" y="1057"/>
                  <a:pt x="223" y="1138"/>
                  <a:pt x="320" y="1194"/>
                </a:cubicBezTo>
                <a:cubicBezTo>
                  <a:pt x="417" y="1250"/>
                  <a:pt x="528" y="1280"/>
                  <a:pt x="640" y="1280"/>
                </a:cubicBezTo>
                <a:cubicBezTo>
                  <a:pt x="752" y="1280"/>
                  <a:pt x="862" y="1250"/>
                  <a:pt x="959" y="1194"/>
                </a:cubicBezTo>
                <a:cubicBezTo>
                  <a:pt x="967" y="1190"/>
                  <a:pt x="974" y="1185"/>
                  <a:pt x="982" y="1181"/>
                </a:cubicBezTo>
                <a:cubicBezTo>
                  <a:pt x="952" y="1185"/>
                  <a:pt x="922" y="1188"/>
                  <a:pt x="892" y="1188"/>
                </a:cubicBezTo>
                <a:cubicBezTo>
                  <a:pt x="792" y="1188"/>
                  <a:pt x="694" y="1162"/>
                  <a:pt x="608" y="1112"/>
                </a:cubicBezTo>
                <a:cubicBezTo>
                  <a:pt x="522" y="1062"/>
                  <a:pt x="450" y="990"/>
                  <a:pt x="400" y="904"/>
                </a:cubicBezTo>
                <a:cubicBezTo>
                  <a:pt x="350" y="818"/>
                  <a:pt x="324" y="720"/>
                  <a:pt x="324" y="620"/>
                </a:cubicBezTo>
                <a:cubicBezTo>
                  <a:pt x="324" y="520"/>
                  <a:pt x="350" y="422"/>
                  <a:pt x="400" y="336"/>
                </a:cubicBezTo>
                <a:cubicBezTo>
                  <a:pt x="450" y="250"/>
                  <a:pt x="522" y="178"/>
                  <a:pt x="608" y="128"/>
                </a:cubicBezTo>
                <a:cubicBezTo>
                  <a:pt x="694" y="78"/>
                  <a:pt x="792" y="52"/>
                  <a:pt x="892" y="52"/>
                </a:cubicBezTo>
                <a:cubicBezTo>
                  <a:pt x="812" y="18"/>
                  <a:pt x="726" y="0"/>
                  <a:pt x="640" y="0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06" name=""/>
          <p:cNvSpPr/>
          <p:nvPr/>
        </p:nvSpPr>
        <p:spPr>
          <a:xfrm>
            <a:off x="6044400" y="1647720"/>
            <a:ext cx="511560" cy="511920"/>
          </a:xfrm>
          <a:custGeom>
            <a:avLst/>
            <a:gdLst>
              <a:gd name="textAreaLeft" fmla="*/ 0 w 511560"/>
              <a:gd name="textAreaRight" fmla="*/ 512280 w 511560"/>
              <a:gd name="textAreaTop" fmla="*/ 0 h 511920"/>
              <a:gd name="textAreaBottom" fmla="*/ 512640 h 511920"/>
            </a:gdLst>
            <a:ahLst/>
            <a:cxnLst/>
            <a:rect l="textAreaLeft" t="textAreaTop" r="textAreaRight" b="textAreaBottom"/>
            <a:pathLst>
              <a:path w="1423" h="1424">
                <a:moveTo>
                  <a:pt x="802" y="1424"/>
                </a:moveTo>
                <a:cubicBezTo>
                  <a:pt x="741" y="1301"/>
                  <a:pt x="679" y="1177"/>
                  <a:pt x="618" y="1054"/>
                </a:cubicBezTo>
                <a:cubicBezTo>
                  <a:pt x="503" y="1129"/>
                  <a:pt x="387" y="1204"/>
                  <a:pt x="272" y="1279"/>
                </a:cubicBezTo>
                <a:cubicBezTo>
                  <a:pt x="316" y="1149"/>
                  <a:pt x="360" y="1018"/>
                  <a:pt x="404" y="888"/>
                </a:cubicBezTo>
                <a:cubicBezTo>
                  <a:pt x="269" y="859"/>
                  <a:pt x="135" y="831"/>
                  <a:pt x="0" y="802"/>
                </a:cubicBezTo>
                <a:cubicBezTo>
                  <a:pt x="123" y="741"/>
                  <a:pt x="246" y="679"/>
                  <a:pt x="369" y="618"/>
                </a:cubicBezTo>
                <a:cubicBezTo>
                  <a:pt x="294" y="503"/>
                  <a:pt x="219" y="387"/>
                  <a:pt x="144" y="272"/>
                </a:cubicBezTo>
                <a:cubicBezTo>
                  <a:pt x="275" y="316"/>
                  <a:pt x="405" y="360"/>
                  <a:pt x="536" y="404"/>
                </a:cubicBezTo>
                <a:cubicBezTo>
                  <a:pt x="564" y="269"/>
                  <a:pt x="593" y="135"/>
                  <a:pt x="621" y="0"/>
                </a:cubicBezTo>
                <a:cubicBezTo>
                  <a:pt x="682" y="123"/>
                  <a:pt x="744" y="247"/>
                  <a:pt x="805" y="370"/>
                </a:cubicBezTo>
                <a:cubicBezTo>
                  <a:pt x="920" y="295"/>
                  <a:pt x="1036" y="219"/>
                  <a:pt x="1151" y="144"/>
                </a:cubicBezTo>
                <a:cubicBezTo>
                  <a:pt x="1107" y="275"/>
                  <a:pt x="1063" y="405"/>
                  <a:pt x="1019" y="536"/>
                </a:cubicBezTo>
                <a:cubicBezTo>
                  <a:pt x="1154" y="564"/>
                  <a:pt x="1288" y="593"/>
                  <a:pt x="1423" y="621"/>
                </a:cubicBezTo>
                <a:cubicBezTo>
                  <a:pt x="1300" y="682"/>
                  <a:pt x="1176" y="744"/>
                  <a:pt x="1053" y="805"/>
                </a:cubicBezTo>
                <a:cubicBezTo>
                  <a:pt x="1128" y="920"/>
                  <a:pt x="1204" y="1036"/>
                  <a:pt x="1279" y="1151"/>
                </a:cubicBezTo>
                <a:cubicBezTo>
                  <a:pt x="1148" y="1107"/>
                  <a:pt x="1018" y="1063"/>
                  <a:pt x="887" y="1019"/>
                </a:cubicBezTo>
                <a:cubicBezTo>
                  <a:pt x="859" y="1154"/>
                  <a:pt x="830" y="1289"/>
                  <a:pt x="802" y="1424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07" name=""/>
          <p:cNvSpPr/>
          <p:nvPr/>
        </p:nvSpPr>
        <p:spPr>
          <a:xfrm>
            <a:off x="8519040" y="1705320"/>
            <a:ext cx="601200" cy="396720"/>
          </a:xfrm>
          <a:custGeom>
            <a:avLst/>
            <a:gdLst>
              <a:gd name="textAreaLeft" fmla="*/ 0 w 601200"/>
              <a:gd name="textAreaRight" fmla="*/ 601920 w 601200"/>
              <a:gd name="textAreaTop" fmla="*/ 0 h 396720"/>
              <a:gd name="textAreaBottom" fmla="*/ 397440 h 396720"/>
            </a:gdLst>
            <a:ahLst/>
            <a:cxnLst/>
            <a:rect l="textAreaLeft" t="textAreaTop" r="textAreaRight" b="textAreaBottom"/>
            <a:pathLst>
              <a:path w="1672" h="1104">
                <a:moveTo>
                  <a:pt x="690" y="258"/>
                </a:moveTo>
                <a:cubicBezTo>
                  <a:pt x="749" y="-108"/>
                  <a:pt x="1433" y="-91"/>
                  <a:pt x="1373" y="347"/>
                </a:cubicBezTo>
                <a:cubicBezTo>
                  <a:pt x="2065" y="533"/>
                  <a:pt x="1385" y="1326"/>
                  <a:pt x="1028" y="878"/>
                </a:cubicBezTo>
                <a:cubicBezTo>
                  <a:pt x="617" y="1311"/>
                  <a:pt x="160" y="1056"/>
                  <a:pt x="18" y="663"/>
                </a:cubicBezTo>
                <a:cubicBezTo>
                  <a:pt x="-84" y="382"/>
                  <a:pt x="251" y="-71"/>
                  <a:pt x="690" y="258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180000" y="2700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Software embedido que controla el funcionamiento del dispositivo IoT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Gestiona sensores, consumo energético y comunicaciones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2646000" y="2808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Capa intermedia que permite que dispositivos heterogéneos se comuniquen entre sí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Traduce protocolos, gestiona mensajes y apica reglas de negocio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/>
          </p:nvPr>
        </p:nvSpPr>
        <p:spPr>
          <a:xfrm>
            <a:off x="5166000" y="2808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Alojan los datos en la nube o en entornos híbridos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Permiten la gestión remota de dispositivos, visualización de datos, alarmas y análisis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/>
          </p:nvPr>
        </p:nvSpPr>
        <p:spPr>
          <a:xfrm>
            <a:off x="7686000" y="2808000"/>
            <a:ext cx="226728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Transforman datos brutos en información útil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Permiten predicción de fallos, optimización de procesos y toma de decisiones automatizada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 type="subTitle"/>
          </p:nvPr>
        </p:nvSpPr>
        <p:spPr>
          <a:xfrm>
            <a:off x="72720" y="205272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1" lang="es-ES" sz="28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Firmware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7"/>
          <p:cNvSpPr>
            <a:spLocks noGrp="1"/>
          </p:cNvSpPr>
          <p:nvPr>
            <p:ph type="subTitle"/>
          </p:nvPr>
        </p:nvSpPr>
        <p:spPr>
          <a:xfrm>
            <a:off x="2646000" y="216000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19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Middleware</a:t>
            </a:r>
            <a:endParaRPr b="0" lang="es-E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8"/>
          <p:cNvSpPr>
            <a:spLocks noGrp="1"/>
          </p:cNvSpPr>
          <p:nvPr>
            <p:ph type="subTitle"/>
          </p:nvPr>
        </p:nvSpPr>
        <p:spPr>
          <a:xfrm>
            <a:off x="5166000" y="216000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19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Plataformas IoT</a:t>
            </a:r>
            <a:endParaRPr b="0" lang="es-E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9"/>
          <p:cNvSpPr>
            <a:spLocks noGrp="1"/>
          </p:cNvSpPr>
          <p:nvPr>
            <p:ph type="subTitle"/>
          </p:nvPr>
        </p:nvSpPr>
        <p:spPr>
          <a:xfrm>
            <a:off x="7686000" y="2160000"/>
            <a:ext cx="22672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1900" strike="noStrike" u="none">
                <a:solidFill>
                  <a:srgbClr val="ffffff"/>
                </a:solidFill>
                <a:effectLst/>
                <a:uFillTx/>
                <a:latin typeface="Gabriola"/>
              </a:rPr>
              <a:t>Analítica de datos e IA</a:t>
            </a:r>
            <a:endParaRPr b="0" lang="es-E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40000" y="4860000"/>
            <a:ext cx="8999280" cy="539280"/>
          </a:xfrm>
          <a:prstGeom prst="rect">
            <a:avLst/>
          </a:prstGeom>
          <a:solidFill>
            <a:srgbClr val="729fcf"/>
          </a:solidFill>
          <a:ln w="0">
            <a:solidFill>
              <a:srgbClr val="7f59ae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17" name=""/>
          <p:cNvSpPr/>
          <p:nvPr/>
        </p:nvSpPr>
        <p:spPr>
          <a:xfrm>
            <a:off x="540000" y="4956120"/>
            <a:ext cx="89992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2100" strike="noStrike" u="none">
                <a:solidFill>
                  <a:srgbClr val="ffffff"/>
                </a:solidFill>
                <a:effectLst/>
                <a:uFillTx/>
                <a:latin typeface="Gabriola"/>
                <a:ea typeface="DejaVu Sans"/>
              </a:rPr>
              <a:t>Seguridad: Autenticación de dispositivos, cifrado de datos, gestión de identidades y actualizaciones remotas</a:t>
            </a:r>
            <a:endParaRPr b="0" lang="es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620000" y="54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60c4e4"/>
                </a:solidFill>
                <a:effectLst/>
                <a:uFillTx/>
                <a:latin typeface="Gabriola"/>
              </a:rPr>
              <a:t>Compañías involucradas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900000" y="1800000"/>
            <a:ext cx="4859280" cy="32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 Fabricantes de hardware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 Empresas tecnológicas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 Operadores de telecomunicaciones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 Empresas industriales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 Startups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 Administraciones públicas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>
            <a:off x="5166000" y="774000"/>
            <a:ext cx="4157640" cy="4157640"/>
          </a:xfrm>
          <a:custGeom>
            <a:avLst/>
            <a:gdLst>
              <a:gd name="textAreaLeft" fmla="*/ 0 w 4157640"/>
              <a:gd name="textAreaRight" fmla="*/ 4158360 w 4157640"/>
              <a:gd name="textAreaTop" fmla="*/ 0 h 4157640"/>
              <a:gd name="textAreaBottom" fmla="*/ 4158360 h 4157640"/>
            </a:gdLst>
            <a:ahLst/>
            <a:cxnLst/>
            <a:rect l="textAreaLeft" t="textAreaTop" r="textAreaRight" b="textAreaBottom"/>
            <a:pathLst>
              <a:path w="11551" h="11551">
                <a:moveTo>
                  <a:pt x="0" y="0"/>
                </a:moveTo>
                <a:cubicBezTo>
                  <a:pt x="3850" y="0"/>
                  <a:pt x="7701" y="0"/>
                  <a:pt x="11551" y="0"/>
                </a:cubicBezTo>
                <a:cubicBezTo>
                  <a:pt x="11551" y="3851"/>
                  <a:pt x="11551" y="7700"/>
                  <a:pt x="11551" y="11551"/>
                </a:cubicBezTo>
                <a:cubicBezTo>
                  <a:pt x="7701" y="11551"/>
                  <a:pt x="3850" y="11551"/>
                  <a:pt x="0" y="11551"/>
                </a:cubicBezTo>
                <a:cubicBezTo>
                  <a:pt x="0" y="7700"/>
                  <a:pt x="0" y="3851"/>
                  <a:pt x="0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Estado actual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504000" y="1728000"/>
            <a:ext cx="4175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Se encuentra en pleno auge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Se usa con frecuencia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Se implementa cada vez más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Aún se enfrenta a diferentes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desafíos, como interoperabilidad o ciberseguridad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486000" y="774000"/>
            <a:ext cx="4139640" cy="4139640"/>
          </a:xfrm>
          <a:custGeom>
            <a:avLst/>
            <a:gdLst>
              <a:gd name="textAreaLeft" fmla="*/ 0 w 4139640"/>
              <a:gd name="textAreaRight" fmla="*/ 4140360 w 4139640"/>
              <a:gd name="textAreaTop" fmla="*/ 0 h 4139640"/>
              <a:gd name="textAreaBottom" fmla="*/ 4140360 h 4139640"/>
            </a:gdLst>
            <a:ahLst/>
            <a:cxnLst/>
            <a:rect l="textAreaLeft" t="textAreaTop" r="textAreaRight" b="textAreaBottom"/>
            <a:pathLst>
              <a:path w="11501" h="11501">
                <a:moveTo>
                  <a:pt x="0" y="0"/>
                </a:moveTo>
                <a:lnTo>
                  <a:pt x="11501" y="0"/>
                </a:lnTo>
                <a:lnTo>
                  <a:pt x="11501" y="11501"/>
                </a:lnTo>
                <a:lnTo>
                  <a:pt x="0" y="115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19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fe7130"/>
                </a:solidFill>
                <a:effectLst/>
                <a:uFillTx/>
                <a:latin typeface="Gabriola"/>
              </a:rPr>
              <a:t>Posible evolución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5220000" y="1548000"/>
            <a:ext cx="4319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4200" strike="noStrike" u="none">
                <a:solidFill>
                  <a:srgbClr val="fe7130"/>
                </a:solidFill>
                <a:effectLst/>
                <a:uFillTx/>
                <a:latin typeface="Gabriola"/>
              </a:rPr>
              <a:t>IoT más capaz e independiente</a:t>
            </a:r>
            <a:endParaRPr b="0" lang="es-E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4200" strike="noStrike" u="none">
                <a:solidFill>
                  <a:srgbClr val="fe7130"/>
                </a:solidFill>
                <a:effectLst/>
                <a:uFillTx/>
                <a:latin typeface="Gabriola"/>
              </a:rPr>
              <a:t>Regulación más estricta</a:t>
            </a:r>
            <a:endParaRPr b="0" lang="es-E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s-ES" sz="4200" strike="noStrike" u="none">
                <a:solidFill>
                  <a:srgbClr val="fe7130"/>
                </a:solidFill>
                <a:effectLst/>
                <a:uFillTx/>
                <a:latin typeface="Gabriola"/>
              </a:rPr>
              <a:t>IoT más integrada</a:t>
            </a:r>
            <a:endParaRPr b="0" lang="es-E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440000" y="198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e54b89"/>
                </a:solidFill>
                <a:effectLst/>
                <a:uFillTx/>
                <a:latin typeface="Gabriola"/>
              </a:rPr>
              <a:t>Implicaciones en la vida diaria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"/>
          <p:cNvGrpSpPr/>
          <p:nvPr/>
        </p:nvGrpSpPr>
        <p:grpSpPr>
          <a:xfrm>
            <a:off x="3997440" y="1819800"/>
            <a:ext cx="2084760" cy="2084400"/>
            <a:chOff x="3997440" y="1819800"/>
            <a:chExt cx="2084760" cy="2084400"/>
          </a:xfrm>
        </p:grpSpPr>
        <p:sp>
          <p:nvSpPr>
            <p:cNvPr id="428" name=""/>
            <p:cNvSpPr/>
            <p:nvPr/>
          </p:nvSpPr>
          <p:spPr>
            <a:xfrm>
              <a:off x="4351320" y="1823040"/>
              <a:ext cx="688320" cy="1038600"/>
            </a:xfrm>
            <a:custGeom>
              <a:avLst/>
              <a:gdLst>
                <a:gd name="textAreaLeft" fmla="*/ 0 w 688320"/>
                <a:gd name="textAreaRight" fmla="*/ 689040 w 688320"/>
                <a:gd name="textAreaTop" fmla="*/ 0 h 1038600"/>
                <a:gd name="textAreaBottom" fmla="*/ 1039320 h 1038600"/>
              </a:gdLst>
              <a:ahLst/>
              <a:cxnLst/>
              <a:rect l="textAreaLeft" t="textAreaTop" r="textAreaRight" b="textAreaBottom"/>
              <a:pathLst>
                <a:path w="1914" h="2887">
                  <a:moveTo>
                    <a:pt x="0" y="704"/>
                  </a:moveTo>
                  <a:cubicBezTo>
                    <a:pt x="236" y="497"/>
                    <a:pt x="505" y="330"/>
                    <a:pt x="795" y="208"/>
                  </a:cubicBezTo>
                  <a:cubicBezTo>
                    <a:pt x="1054" y="100"/>
                    <a:pt x="1327" y="30"/>
                    <a:pt x="1606" y="0"/>
                  </a:cubicBezTo>
                  <a:cubicBezTo>
                    <a:pt x="1709" y="962"/>
                    <a:pt x="1812" y="1925"/>
                    <a:pt x="1914" y="2887"/>
                  </a:cubicBezTo>
                  <a:cubicBezTo>
                    <a:pt x="1276" y="2159"/>
                    <a:pt x="638" y="1431"/>
                    <a:pt x="0" y="704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3997440" y="2206080"/>
              <a:ext cx="1042200" cy="655560"/>
            </a:xfrm>
            <a:custGeom>
              <a:avLst/>
              <a:gdLst>
                <a:gd name="textAreaLeft" fmla="*/ 0 w 1042200"/>
                <a:gd name="textAreaRight" fmla="*/ 1042920 w 1042200"/>
                <a:gd name="textAreaTop" fmla="*/ 0 h 655560"/>
                <a:gd name="textAreaBottom" fmla="*/ 656280 h 655560"/>
              </a:gdLst>
              <a:ahLst/>
              <a:cxnLst/>
              <a:rect l="textAreaLeft" t="textAreaTop" r="textAreaRight" b="textAreaBottom"/>
              <a:pathLst>
                <a:path w="2897" h="1823">
                  <a:moveTo>
                    <a:pt x="0" y="1633"/>
                  </a:moveTo>
                  <a:cubicBezTo>
                    <a:pt x="21" y="1320"/>
                    <a:pt x="92" y="1012"/>
                    <a:pt x="212" y="721"/>
                  </a:cubicBezTo>
                  <a:cubicBezTo>
                    <a:pt x="318" y="461"/>
                    <a:pt x="462" y="218"/>
                    <a:pt x="638" y="0"/>
                  </a:cubicBezTo>
                  <a:cubicBezTo>
                    <a:pt x="1391" y="608"/>
                    <a:pt x="2144" y="1215"/>
                    <a:pt x="2897" y="1823"/>
                  </a:cubicBezTo>
                  <a:cubicBezTo>
                    <a:pt x="1932" y="1760"/>
                    <a:pt x="965" y="1696"/>
                    <a:pt x="0" y="1633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0" name=""/>
            <p:cNvSpPr/>
            <p:nvPr/>
          </p:nvSpPr>
          <p:spPr>
            <a:xfrm>
              <a:off x="4001040" y="2862000"/>
              <a:ext cx="1038600" cy="688320"/>
            </a:xfrm>
            <a:custGeom>
              <a:avLst/>
              <a:gdLst>
                <a:gd name="textAreaLeft" fmla="*/ 0 w 1038600"/>
                <a:gd name="textAreaRight" fmla="*/ 1039320 w 1038600"/>
                <a:gd name="textAreaTop" fmla="*/ 0 h 688320"/>
                <a:gd name="textAreaBottom" fmla="*/ 689040 h 688320"/>
              </a:gdLst>
              <a:ahLst/>
              <a:cxnLst/>
              <a:rect l="textAreaLeft" t="textAreaTop" r="textAreaRight" b="textAreaBottom"/>
              <a:pathLst>
                <a:path w="2887" h="1914">
                  <a:moveTo>
                    <a:pt x="704" y="1914"/>
                  </a:moveTo>
                  <a:cubicBezTo>
                    <a:pt x="497" y="1678"/>
                    <a:pt x="330" y="1410"/>
                    <a:pt x="208" y="1120"/>
                  </a:cubicBezTo>
                  <a:cubicBezTo>
                    <a:pt x="100" y="860"/>
                    <a:pt x="30" y="588"/>
                    <a:pt x="0" y="308"/>
                  </a:cubicBezTo>
                  <a:cubicBezTo>
                    <a:pt x="962" y="205"/>
                    <a:pt x="1925" y="102"/>
                    <a:pt x="2887" y="0"/>
                  </a:cubicBezTo>
                  <a:cubicBezTo>
                    <a:pt x="2159" y="638"/>
                    <a:pt x="1431" y="1276"/>
                    <a:pt x="704" y="1914"/>
                  </a:cubicBezTo>
                  <a:close/>
                </a:path>
              </a:pathLst>
            </a:cu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1" name=""/>
            <p:cNvSpPr/>
            <p:nvPr/>
          </p:nvSpPr>
          <p:spPr>
            <a:xfrm>
              <a:off x="4383720" y="2862000"/>
              <a:ext cx="655920" cy="1042200"/>
            </a:xfrm>
            <a:custGeom>
              <a:avLst/>
              <a:gdLst>
                <a:gd name="textAreaLeft" fmla="*/ 0 w 655920"/>
                <a:gd name="textAreaRight" fmla="*/ 656640 w 655920"/>
                <a:gd name="textAreaTop" fmla="*/ 0 h 1042200"/>
                <a:gd name="textAreaBottom" fmla="*/ 1042920 h 1042200"/>
              </a:gdLst>
              <a:ahLst/>
              <a:cxnLst/>
              <a:rect l="textAreaLeft" t="textAreaTop" r="textAreaRight" b="textAreaBottom"/>
              <a:pathLst>
                <a:path w="1824" h="2897">
                  <a:moveTo>
                    <a:pt x="1634" y="2897"/>
                  </a:moveTo>
                  <a:cubicBezTo>
                    <a:pt x="1320" y="2876"/>
                    <a:pt x="1013" y="2805"/>
                    <a:pt x="721" y="2685"/>
                  </a:cubicBezTo>
                  <a:cubicBezTo>
                    <a:pt x="462" y="2579"/>
                    <a:pt x="219" y="2435"/>
                    <a:pt x="0" y="2259"/>
                  </a:cubicBezTo>
                  <a:cubicBezTo>
                    <a:pt x="608" y="1506"/>
                    <a:pt x="1216" y="753"/>
                    <a:pt x="1824" y="0"/>
                  </a:cubicBezTo>
                  <a:cubicBezTo>
                    <a:pt x="1761" y="965"/>
                    <a:pt x="1697" y="1932"/>
                    <a:pt x="1634" y="289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5040000" y="2862000"/>
              <a:ext cx="688320" cy="1038240"/>
            </a:xfrm>
            <a:custGeom>
              <a:avLst/>
              <a:gdLst>
                <a:gd name="textAreaLeft" fmla="*/ 0 w 688320"/>
                <a:gd name="textAreaRight" fmla="*/ 689040 w 688320"/>
                <a:gd name="textAreaTop" fmla="*/ 0 h 1038240"/>
                <a:gd name="textAreaBottom" fmla="*/ 1038960 h 1038240"/>
              </a:gdLst>
              <a:ahLst/>
              <a:cxnLst/>
              <a:rect l="textAreaLeft" t="textAreaTop" r="textAreaRight" b="textAreaBottom"/>
              <a:pathLst>
                <a:path w="1914" h="2886">
                  <a:moveTo>
                    <a:pt x="1914" y="2182"/>
                  </a:moveTo>
                  <a:cubicBezTo>
                    <a:pt x="1678" y="2389"/>
                    <a:pt x="1410" y="2557"/>
                    <a:pt x="1120" y="2678"/>
                  </a:cubicBezTo>
                  <a:cubicBezTo>
                    <a:pt x="860" y="2786"/>
                    <a:pt x="588" y="2856"/>
                    <a:pt x="308" y="2886"/>
                  </a:cubicBezTo>
                  <a:cubicBezTo>
                    <a:pt x="205" y="1924"/>
                    <a:pt x="102" y="962"/>
                    <a:pt x="0" y="0"/>
                  </a:cubicBezTo>
                  <a:cubicBezTo>
                    <a:pt x="638" y="728"/>
                    <a:pt x="1276" y="1454"/>
                    <a:pt x="1914" y="2182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3" name=""/>
            <p:cNvSpPr/>
            <p:nvPr/>
          </p:nvSpPr>
          <p:spPr>
            <a:xfrm>
              <a:off x="5040000" y="2862000"/>
              <a:ext cx="1042200" cy="655560"/>
            </a:xfrm>
            <a:custGeom>
              <a:avLst/>
              <a:gdLst>
                <a:gd name="textAreaLeft" fmla="*/ 0 w 1042200"/>
                <a:gd name="textAreaRight" fmla="*/ 1042920 w 1042200"/>
                <a:gd name="textAreaTop" fmla="*/ 0 h 655560"/>
                <a:gd name="textAreaBottom" fmla="*/ 656280 h 655560"/>
              </a:gdLst>
              <a:ahLst/>
              <a:cxnLst/>
              <a:rect l="textAreaLeft" t="textAreaTop" r="textAreaRight" b="textAreaBottom"/>
              <a:pathLst>
                <a:path w="2897" h="1823">
                  <a:moveTo>
                    <a:pt x="2897" y="189"/>
                  </a:moveTo>
                  <a:cubicBezTo>
                    <a:pt x="2876" y="503"/>
                    <a:pt x="2805" y="811"/>
                    <a:pt x="2685" y="1102"/>
                  </a:cubicBezTo>
                  <a:cubicBezTo>
                    <a:pt x="2579" y="1362"/>
                    <a:pt x="2435" y="1605"/>
                    <a:pt x="2259" y="1823"/>
                  </a:cubicBezTo>
                  <a:cubicBezTo>
                    <a:pt x="1506" y="1215"/>
                    <a:pt x="753" y="608"/>
                    <a:pt x="0" y="0"/>
                  </a:cubicBezTo>
                  <a:cubicBezTo>
                    <a:pt x="965" y="63"/>
                    <a:pt x="1932" y="126"/>
                    <a:pt x="2897" y="18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4" name=""/>
            <p:cNvSpPr/>
            <p:nvPr/>
          </p:nvSpPr>
          <p:spPr>
            <a:xfrm>
              <a:off x="5040000" y="2173320"/>
              <a:ext cx="1038240" cy="688320"/>
            </a:xfrm>
            <a:custGeom>
              <a:avLst/>
              <a:gdLst>
                <a:gd name="textAreaLeft" fmla="*/ 0 w 1038240"/>
                <a:gd name="textAreaRight" fmla="*/ 1038960 w 1038240"/>
                <a:gd name="textAreaTop" fmla="*/ 0 h 688320"/>
                <a:gd name="textAreaBottom" fmla="*/ 689040 h 688320"/>
              </a:gdLst>
              <a:ahLst/>
              <a:cxnLst/>
              <a:rect l="textAreaLeft" t="textAreaTop" r="textAreaRight" b="textAreaBottom"/>
              <a:pathLst>
                <a:path w="2886" h="1914">
                  <a:moveTo>
                    <a:pt x="2182" y="0"/>
                  </a:moveTo>
                  <a:cubicBezTo>
                    <a:pt x="2389" y="236"/>
                    <a:pt x="2556" y="505"/>
                    <a:pt x="2678" y="795"/>
                  </a:cubicBezTo>
                  <a:cubicBezTo>
                    <a:pt x="2785" y="1054"/>
                    <a:pt x="2856" y="1327"/>
                    <a:pt x="2886" y="1606"/>
                  </a:cubicBezTo>
                  <a:cubicBezTo>
                    <a:pt x="1924" y="1709"/>
                    <a:pt x="962" y="1812"/>
                    <a:pt x="0" y="1914"/>
                  </a:cubicBezTo>
                  <a:cubicBezTo>
                    <a:pt x="728" y="1276"/>
                    <a:pt x="1454" y="638"/>
                    <a:pt x="2182" y="0"/>
                  </a:cubicBezTo>
                  <a:close/>
                </a:path>
              </a:pathLst>
            </a:cu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5040000" y="1819800"/>
              <a:ext cx="655560" cy="1041840"/>
            </a:xfrm>
            <a:custGeom>
              <a:avLst/>
              <a:gdLst>
                <a:gd name="textAreaLeft" fmla="*/ 0 w 655560"/>
                <a:gd name="textAreaRight" fmla="*/ 656280 w 655560"/>
                <a:gd name="textAreaTop" fmla="*/ 0 h 1041840"/>
                <a:gd name="textAreaBottom" fmla="*/ 1042560 h 1041840"/>
              </a:gdLst>
              <a:ahLst/>
              <a:cxnLst/>
              <a:rect l="textAreaLeft" t="textAreaTop" r="textAreaRight" b="textAreaBottom"/>
              <a:pathLst>
                <a:path w="1823" h="2896">
                  <a:moveTo>
                    <a:pt x="189" y="0"/>
                  </a:moveTo>
                  <a:cubicBezTo>
                    <a:pt x="503" y="20"/>
                    <a:pt x="811" y="92"/>
                    <a:pt x="1102" y="211"/>
                  </a:cubicBezTo>
                  <a:cubicBezTo>
                    <a:pt x="1362" y="317"/>
                    <a:pt x="1605" y="461"/>
                    <a:pt x="1823" y="637"/>
                  </a:cubicBezTo>
                  <a:cubicBezTo>
                    <a:pt x="1215" y="1390"/>
                    <a:pt x="608" y="2143"/>
                    <a:pt x="0" y="2896"/>
                  </a:cubicBezTo>
                  <a:cubicBezTo>
                    <a:pt x="63" y="1931"/>
                    <a:pt x="126" y="965"/>
                    <a:pt x="189" y="0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4104000" y="1926000"/>
              <a:ext cx="1871280" cy="1871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37" name=""/>
            <p:cNvGrpSpPr/>
            <p:nvPr/>
          </p:nvGrpSpPr>
          <p:grpSpPr>
            <a:xfrm>
              <a:off x="4608000" y="3240000"/>
              <a:ext cx="863280" cy="107280"/>
              <a:chOff x="4608000" y="3240000"/>
              <a:chExt cx="863280" cy="107280"/>
            </a:xfrm>
          </p:grpSpPr>
          <p:sp>
            <p:nvSpPr>
              <p:cNvPr id="438" name=""/>
              <p:cNvSpPr/>
              <p:nvPr/>
            </p:nvSpPr>
            <p:spPr>
              <a:xfrm>
                <a:off x="4608000" y="3240000"/>
                <a:ext cx="107280" cy="10728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39" name=""/>
              <p:cNvSpPr/>
              <p:nvPr/>
            </p:nvSpPr>
            <p:spPr>
              <a:xfrm>
                <a:off x="4716000" y="3240000"/>
                <a:ext cx="107280" cy="107280"/>
              </a:xfrm>
              <a:prstGeom prst="rect">
                <a:avLst/>
              </a:prstGeom>
              <a:solidFill>
                <a:srgbClr val="fcdd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40" name=""/>
              <p:cNvSpPr/>
              <p:nvPr/>
            </p:nvSpPr>
            <p:spPr>
              <a:xfrm>
                <a:off x="4824000" y="3240000"/>
                <a:ext cx="107280" cy="107280"/>
              </a:xfrm>
              <a:prstGeom prst="rect">
                <a:avLst/>
              </a:prstGeom>
              <a:solidFill>
                <a:srgbClr val="e54b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41" name=""/>
              <p:cNvSpPr/>
              <p:nvPr/>
            </p:nvSpPr>
            <p:spPr>
              <a:xfrm>
                <a:off x="4932000" y="3240000"/>
                <a:ext cx="107280" cy="107280"/>
              </a:xfrm>
              <a:prstGeom prst="rect">
                <a:avLst/>
              </a:prstGeom>
              <a:solidFill>
                <a:srgbClr val="ed85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42" name=""/>
              <p:cNvSpPr/>
              <p:nvPr/>
            </p:nvSpPr>
            <p:spPr>
              <a:xfrm>
                <a:off x="5040000" y="3240000"/>
                <a:ext cx="107280" cy="107280"/>
              </a:xfrm>
              <a:prstGeom prst="rect">
                <a:avLst/>
              </a:prstGeom>
              <a:solidFill>
                <a:srgbClr val="60c4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43" name=""/>
              <p:cNvSpPr/>
              <p:nvPr/>
            </p:nvSpPr>
            <p:spPr>
              <a:xfrm>
                <a:off x="5148000" y="3240000"/>
                <a:ext cx="107280" cy="107280"/>
              </a:xfrm>
              <a:prstGeom prst="rect">
                <a:avLst/>
              </a:prstGeom>
              <a:solidFill>
                <a:srgbClr val="a9df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44" name=""/>
              <p:cNvSpPr/>
              <p:nvPr/>
            </p:nvSpPr>
            <p:spPr>
              <a:xfrm>
                <a:off x="5256000" y="3240000"/>
                <a:ext cx="107280" cy="107280"/>
              </a:xfrm>
              <a:prstGeom prst="rect">
                <a:avLst/>
              </a:pr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45" name=""/>
              <p:cNvSpPr/>
              <p:nvPr/>
            </p:nvSpPr>
            <p:spPr>
              <a:xfrm>
                <a:off x="5364000" y="3240000"/>
                <a:ext cx="107280" cy="107280"/>
              </a:xfrm>
              <a:prstGeom prst="rect">
                <a:avLst/>
              </a:prstGeom>
              <a:solidFill>
                <a:srgbClr val="ab93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446" name=""/>
          <p:cNvSpPr/>
          <p:nvPr/>
        </p:nvSpPr>
        <p:spPr>
          <a:xfrm>
            <a:off x="3320280" y="1262520"/>
            <a:ext cx="1266840" cy="601200"/>
          </a:xfrm>
          <a:custGeom>
            <a:avLst/>
            <a:gdLst>
              <a:gd name="textAreaLeft" fmla="*/ 0 w 1266840"/>
              <a:gd name="textAreaRight" fmla="*/ 1267560 w 1266840"/>
              <a:gd name="textAreaTop" fmla="*/ 0 h 601200"/>
              <a:gd name="textAreaBottom" fmla="*/ 601920 h 601200"/>
            </a:gdLst>
            <a:ahLst/>
            <a:cxnLst/>
            <a:rect l="textAreaLeft" t="textAreaTop" r="textAreaRight" b="textAreaBottom"/>
            <a:pathLst>
              <a:path fill="none" w="3521" h="1672">
                <a:moveTo>
                  <a:pt x="3521" y="1672"/>
                </a:moveTo>
                <a:lnTo>
                  <a:pt x="2970" y="629"/>
                </a:lnTo>
                <a:lnTo>
                  <a:pt x="0" y="0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47" name=""/>
          <p:cNvSpPr/>
          <p:nvPr/>
        </p:nvSpPr>
        <p:spPr>
          <a:xfrm flipH="1" flipV="1">
            <a:off x="2926800" y="2412000"/>
            <a:ext cx="103680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21960" bIns="21960" anchor="ctr" anchorCtr="1">
            <a:noAutofit/>
          </a:bodyPr>
          <a:p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48" name=""/>
          <p:cNvSpPr/>
          <p:nvPr/>
        </p:nvSpPr>
        <p:spPr>
          <a:xfrm flipH="1">
            <a:off x="3348000" y="3340800"/>
            <a:ext cx="666000" cy="72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-42840" bIns="-42840" anchor="ctr" anchorCtr="1">
            <a:noAutofit/>
          </a:bodyPr>
          <a:p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49" name=""/>
          <p:cNvSpPr/>
          <p:nvPr/>
        </p:nvSpPr>
        <p:spPr>
          <a:xfrm>
            <a:off x="3122640" y="3895560"/>
            <a:ext cx="1494360" cy="567360"/>
          </a:xfrm>
          <a:custGeom>
            <a:avLst/>
            <a:gdLst>
              <a:gd name="textAreaLeft" fmla="*/ 0 w 1494360"/>
              <a:gd name="textAreaRight" fmla="*/ 1495080 w 1494360"/>
              <a:gd name="textAreaTop" fmla="*/ 0 h 567360"/>
              <a:gd name="textAreaBottom" fmla="*/ 568080 h 567360"/>
            </a:gdLst>
            <a:ahLst/>
            <a:cxnLst/>
            <a:rect l="textAreaLeft" t="textAreaTop" r="textAreaRight" b="textAreaBottom"/>
            <a:pathLst>
              <a:path fill="none" w="4153" h="1578">
                <a:moveTo>
                  <a:pt x="4153" y="0"/>
                </a:moveTo>
                <a:lnTo>
                  <a:pt x="3737" y="1121"/>
                </a:lnTo>
                <a:lnTo>
                  <a:pt x="0" y="1578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50" name=""/>
          <p:cNvSpPr/>
          <p:nvPr/>
        </p:nvSpPr>
        <p:spPr>
          <a:xfrm>
            <a:off x="5514840" y="3875040"/>
            <a:ext cx="1594800" cy="634320"/>
          </a:xfrm>
          <a:custGeom>
            <a:avLst/>
            <a:gdLst>
              <a:gd name="textAreaLeft" fmla="*/ 0 w 1594800"/>
              <a:gd name="textAreaRight" fmla="*/ 1595520 w 1594800"/>
              <a:gd name="textAreaTop" fmla="*/ 0 h 634320"/>
              <a:gd name="textAreaBottom" fmla="*/ 635040 h 634320"/>
            </a:gdLst>
            <a:ahLst/>
            <a:cxnLst/>
            <a:rect l="textAreaLeft" t="textAreaTop" r="textAreaRight" b="textAreaBottom"/>
            <a:pathLst>
              <a:path fill="none" w="4432" h="1764">
                <a:moveTo>
                  <a:pt x="0" y="0"/>
                </a:moveTo>
                <a:lnTo>
                  <a:pt x="698" y="1010"/>
                </a:lnTo>
                <a:lnTo>
                  <a:pt x="4432" y="1764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51" name=""/>
          <p:cNvSpPr/>
          <p:nvPr/>
        </p:nvSpPr>
        <p:spPr>
          <a:xfrm>
            <a:off x="6084000" y="3279600"/>
            <a:ext cx="756000" cy="684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18360" bIns="18360" anchor="ctr" anchorCtr="1">
            <a:noAutofit/>
          </a:bodyPr>
          <a:p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52" name=""/>
          <p:cNvSpPr/>
          <p:nvPr/>
        </p:nvSpPr>
        <p:spPr>
          <a:xfrm flipV="1">
            <a:off x="6084000" y="2340000"/>
            <a:ext cx="111600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21960" bIns="21960" anchor="ctr" anchorCtr="1">
            <a:noAutofit/>
          </a:bodyPr>
          <a:p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53" name=""/>
          <p:cNvSpPr/>
          <p:nvPr/>
        </p:nvSpPr>
        <p:spPr>
          <a:xfrm>
            <a:off x="5482440" y="1280160"/>
            <a:ext cx="1402200" cy="536400"/>
          </a:xfrm>
          <a:custGeom>
            <a:avLst/>
            <a:gdLst>
              <a:gd name="textAreaLeft" fmla="*/ 0 w 1402200"/>
              <a:gd name="textAreaRight" fmla="*/ 1402920 w 1402200"/>
              <a:gd name="textAreaTop" fmla="*/ 0 h 536400"/>
              <a:gd name="textAreaBottom" fmla="*/ 537120 h 536400"/>
            </a:gdLst>
            <a:ahLst/>
            <a:cxnLst/>
            <a:rect l="textAreaLeft" t="textAreaTop" r="textAreaRight" b="textAreaBottom"/>
            <a:pathLst>
              <a:path fill="none" w="3897" h="1492">
                <a:moveTo>
                  <a:pt x="0" y="1492"/>
                </a:moveTo>
                <a:lnTo>
                  <a:pt x="698" y="718"/>
                </a:lnTo>
                <a:lnTo>
                  <a:pt x="3897" y="0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50040" bIns="50040" anchor="ctr" anchorCtr="1">
            <a:noAutofit/>
          </a:bodyPr>
          <a:p>
            <a:pPr>
              <a:lnSpc>
                <a:spcPct val="100000"/>
              </a:lnSpc>
            </a:pPr>
            <a:endParaRPr b="1" lang="es-ES" sz="14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454" name=""/>
          <p:cNvGrpSpPr/>
          <p:nvPr/>
        </p:nvGrpSpPr>
        <p:grpSpPr>
          <a:xfrm>
            <a:off x="2917440" y="756000"/>
            <a:ext cx="934560" cy="1079280"/>
            <a:chOff x="2917440" y="756000"/>
            <a:chExt cx="934560" cy="1079280"/>
          </a:xfrm>
        </p:grpSpPr>
        <p:sp>
          <p:nvSpPr>
            <p:cNvPr id="455" name=""/>
            <p:cNvSpPr/>
            <p:nvPr/>
          </p:nvSpPr>
          <p:spPr>
            <a:xfrm rot="5400000">
              <a:off x="2845080" y="828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56" name=""/>
            <p:cNvSpPr/>
            <p:nvPr/>
          </p:nvSpPr>
          <p:spPr>
            <a:xfrm rot="5400000">
              <a:off x="2917080" y="890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57" name=""/>
            <p:cNvGrpSpPr/>
            <p:nvPr/>
          </p:nvGrpSpPr>
          <p:grpSpPr>
            <a:xfrm>
              <a:off x="3224520" y="1173600"/>
              <a:ext cx="318960" cy="245160"/>
              <a:chOff x="3224520" y="1173600"/>
              <a:chExt cx="318960" cy="245160"/>
            </a:xfrm>
          </p:grpSpPr>
          <p:sp>
            <p:nvSpPr>
              <p:cNvPr id="458" name=""/>
              <p:cNvSpPr/>
              <p:nvPr/>
            </p:nvSpPr>
            <p:spPr>
              <a:xfrm>
                <a:off x="3224520" y="1173600"/>
                <a:ext cx="318960" cy="245160"/>
              </a:xfrm>
              <a:custGeom>
                <a:avLst/>
                <a:gdLst>
                  <a:gd name="textAreaLeft" fmla="*/ 0 w 318960"/>
                  <a:gd name="textAreaRight" fmla="*/ 319680 w 318960"/>
                  <a:gd name="textAreaTop" fmla="*/ 0 h 245160"/>
                  <a:gd name="textAreaBottom" fmla="*/ 245880 h 245160"/>
                </a:gdLst>
                <a:ahLst/>
                <a:cxnLst/>
                <a:rect l="textAreaLeft" t="textAreaTop" r="textAreaRight" b="textAreaBottom"/>
                <a:pathLst>
                  <a:path fill="none" w="888" h="683">
                    <a:moveTo>
                      <a:pt x="0" y="0"/>
                    </a:moveTo>
                    <a:cubicBezTo>
                      <a:pt x="0" y="227"/>
                      <a:pt x="0" y="456"/>
                      <a:pt x="0" y="683"/>
                    </a:cubicBezTo>
                    <a:cubicBezTo>
                      <a:pt x="296" y="683"/>
                      <a:pt x="592" y="683"/>
                      <a:pt x="888" y="683"/>
                    </a:cubicBezTo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59" name=""/>
              <p:cNvSpPr/>
              <p:nvPr/>
            </p:nvSpPr>
            <p:spPr>
              <a:xfrm>
                <a:off x="3273120" y="1212840"/>
                <a:ext cx="228240" cy="157320"/>
              </a:xfrm>
              <a:custGeom>
                <a:avLst/>
                <a:gdLst>
                  <a:gd name="textAreaLeft" fmla="*/ 0 w 228240"/>
                  <a:gd name="textAreaRight" fmla="*/ 228960 w 228240"/>
                  <a:gd name="textAreaTop" fmla="*/ 0 h 157320"/>
                  <a:gd name="textAreaBottom" fmla="*/ 158040 h 157320"/>
                </a:gdLst>
                <a:ahLst/>
                <a:cxnLst/>
                <a:rect l="textAreaLeft" t="textAreaTop" r="textAreaRight" b="textAreaBottom"/>
                <a:pathLst>
                  <a:path fill="none" w="636" h="439">
                    <a:moveTo>
                      <a:pt x="0" y="439"/>
                    </a:moveTo>
                    <a:cubicBezTo>
                      <a:pt x="84" y="356"/>
                      <a:pt x="167" y="272"/>
                      <a:pt x="251" y="189"/>
                    </a:cubicBezTo>
                    <a:cubicBezTo>
                      <a:pt x="265" y="240"/>
                      <a:pt x="278" y="291"/>
                      <a:pt x="292" y="343"/>
                    </a:cubicBezTo>
                    <a:cubicBezTo>
                      <a:pt x="407" y="228"/>
                      <a:pt x="521" y="115"/>
                      <a:pt x="636" y="0"/>
                    </a:cubicBezTo>
                  </a:path>
                </a:pathLst>
              </a:custGeom>
              <a:noFill/>
              <a:ln cap="rnd" w="10800">
                <a:solidFill>
                  <a:srgbClr val="ffff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-9000" rIns="-9000" tIns="-9000" bIns="-90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460" name=""/>
          <p:cNvGrpSpPr/>
          <p:nvPr/>
        </p:nvGrpSpPr>
        <p:grpSpPr>
          <a:xfrm>
            <a:off x="2467440" y="1800000"/>
            <a:ext cx="934560" cy="1079280"/>
            <a:chOff x="2467440" y="1800000"/>
            <a:chExt cx="934560" cy="1079280"/>
          </a:xfrm>
        </p:grpSpPr>
        <p:sp>
          <p:nvSpPr>
            <p:cNvPr id="461" name=""/>
            <p:cNvSpPr/>
            <p:nvPr/>
          </p:nvSpPr>
          <p:spPr>
            <a:xfrm rot="5400000">
              <a:off x="2395080" y="1872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62" name=""/>
            <p:cNvSpPr/>
            <p:nvPr/>
          </p:nvSpPr>
          <p:spPr>
            <a:xfrm rot="5400000">
              <a:off x="2467080" y="1934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63" name=""/>
            <p:cNvGrpSpPr/>
            <p:nvPr/>
          </p:nvGrpSpPr>
          <p:grpSpPr>
            <a:xfrm>
              <a:off x="2697480" y="2173320"/>
              <a:ext cx="478440" cy="333720"/>
              <a:chOff x="2697480" y="2173320"/>
              <a:chExt cx="478440" cy="333720"/>
            </a:xfrm>
          </p:grpSpPr>
          <p:sp>
            <p:nvSpPr>
              <p:cNvPr id="464" name=""/>
              <p:cNvSpPr/>
              <p:nvPr/>
            </p:nvSpPr>
            <p:spPr>
              <a:xfrm>
                <a:off x="2934720" y="2311920"/>
                <a:ext cx="45000" cy="45000"/>
              </a:xfrm>
              <a:custGeom>
                <a:avLst/>
                <a:gdLst>
                  <a:gd name="textAreaLeft" fmla="*/ 0 w 45000"/>
                  <a:gd name="textAreaRight" fmla="*/ 45720 w 45000"/>
                  <a:gd name="textAreaTop" fmla="*/ 0 h 45000"/>
                  <a:gd name="textAreaBottom" fmla="*/ 45720 h 4500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5" name=""/>
              <p:cNvSpPr/>
              <p:nvPr/>
            </p:nvSpPr>
            <p:spPr>
              <a:xfrm>
                <a:off x="2998440" y="2311920"/>
                <a:ext cx="45000" cy="45000"/>
              </a:xfrm>
              <a:custGeom>
                <a:avLst/>
                <a:gdLst>
                  <a:gd name="textAreaLeft" fmla="*/ 0 w 45000"/>
                  <a:gd name="textAreaRight" fmla="*/ 45720 w 45000"/>
                  <a:gd name="textAreaTop" fmla="*/ 0 h 45000"/>
                  <a:gd name="textAreaBottom" fmla="*/ 45720 h 4500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6" name=""/>
              <p:cNvSpPr/>
              <p:nvPr/>
            </p:nvSpPr>
            <p:spPr>
              <a:xfrm>
                <a:off x="3058560" y="2311920"/>
                <a:ext cx="45000" cy="45000"/>
              </a:xfrm>
              <a:custGeom>
                <a:avLst/>
                <a:gdLst>
                  <a:gd name="textAreaLeft" fmla="*/ 0 w 45000"/>
                  <a:gd name="textAreaRight" fmla="*/ 45720 w 45000"/>
                  <a:gd name="textAreaTop" fmla="*/ 0 h 45000"/>
                  <a:gd name="textAreaBottom" fmla="*/ 45720 h 4500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3" y="86"/>
                      <a:pt x="118" y="95"/>
                    </a:cubicBezTo>
                    <a:cubicBezTo>
                      <a:pt x="112" y="105"/>
                      <a:pt x="104" y="113"/>
                      <a:pt x="94" y="119"/>
                    </a:cubicBezTo>
                    <a:cubicBezTo>
                      <a:pt x="84" y="124"/>
                      <a:pt x="74" y="127"/>
                      <a:pt x="64" y="127"/>
                    </a:cubicBezTo>
                    <a:cubicBezTo>
                      <a:pt x="52" y="127"/>
                      <a:pt x="42" y="124"/>
                      <a:pt x="32" y="119"/>
                    </a:cubicBezTo>
                    <a:cubicBezTo>
                      <a:pt x="22" y="113"/>
                      <a:pt x="15" y="105"/>
                      <a:pt x="9" y="95"/>
                    </a:cubicBezTo>
                    <a:cubicBezTo>
                      <a:pt x="3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2" y="13"/>
                      <a:pt x="32" y="8"/>
                    </a:cubicBezTo>
                    <a:cubicBezTo>
                      <a:pt x="42" y="2"/>
                      <a:pt x="52" y="0"/>
                      <a:pt x="64" y="0"/>
                    </a:cubicBezTo>
                    <a:cubicBezTo>
                      <a:pt x="74" y="0"/>
                      <a:pt x="84" y="2"/>
                      <a:pt x="94" y="8"/>
                    </a:cubicBezTo>
                    <a:cubicBezTo>
                      <a:pt x="104" y="13"/>
                      <a:pt x="113" y="22"/>
                      <a:pt x="118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7" name=""/>
              <p:cNvSpPr/>
              <p:nvPr/>
            </p:nvSpPr>
            <p:spPr>
              <a:xfrm>
                <a:off x="2805480" y="2226600"/>
                <a:ext cx="370440" cy="256320"/>
              </a:xfrm>
              <a:custGeom>
                <a:avLst/>
                <a:gdLst>
                  <a:gd name="textAreaLeft" fmla="*/ 0 w 370440"/>
                  <a:gd name="textAreaRight" fmla="*/ 371160 w 370440"/>
                  <a:gd name="textAreaTop" fmla="*/ 0 h 256320"/>
                  <a:gd name="textAreaBottom" fmla="*/ 257040 h 256320"/>
                </a:gdLst>
                <a:ahLst/>
                <a:cxnLst/>
                <a:rect l="textAreaLeft" t="textAreaTop" r="textAreaRight" b="textAreaBottom"/>
                <a:pathLst>
                  <a:path w="1031" h="714">
                    <a:moveTo>
                      <a:pt x="268" y="0"/>
                    </a:moveTo>
                    <a:cubicBezTo>
                      <a:pt x="120" y="0"/>
                      <a:pt x="0" y="120"/>
                      <a:pt x="0" y="268"/>
                    </a:cubicBezTo>
                    <a:cubicBezTo>
                      <a:pt x="0" y="282"/>
                      <a:pt x="0" y="297"/>
                      <a:pt x="0" y="311"/>
                    </a:cubicBezTo>
                    <a:cubicBezTo>
                      <a:pt x="0" y="460"/>
                      <a:pt x="120" y="579"/>
                      <a:pt x="268" y="579"/>
                    </a:cubicBezTo>
                    <a:cubicBezTo>
                      <a:pt x="330" y="579"/>
                      <a:pt x="390" y="579"/>
                      <a:pt x="451" y="579"/>
                    </a:cubicBezTo>
                    <a:cubicBezTo>
                      <a:pt x="506" y="624"/>
                      <a:pt x="562" y="669"/>
                      <a:pt x="617" y="714"/>
                    </a:cubicBezTo>
                    <a:cubicBezTo>
                      <a:pt x="617" y="669"/>
                      <a:pt x="617" y="624"/>
                      <a:pt x="617" y="579"/>
                    </a:cubicBezTo>
                    <a:cubicBezTo>
                      <a:pt x="665" y="579"/>
                      <a:pt x="714" y="579"/>
                      <a:pt x="763" y="579"/>
                    </a:cubicBezTo>
                    <a:cubicBezTo>
                      <a:pt x="911" y="579"/>
                      <a:pt x="1031" y="460"/>
                      <a:pt x="1031" y="311"/>
                    </a:cubicBezTo>
                    <a:cubicBezTo>
                      <a:pt x="1031" y="297"/>
                      <a:pt x="1031" y="282"/>
                      <a:pt x="1031" y="268"/>
                    </a:cubicBezTo>
                    <a:cubicBezTo>
                      <a:pt x="1031" y="120"/>
                      <a:pt x="911" y="0"/>
                      <a:pt x="763" y="0"/>
                    </a:cubicBezTo>
                    <a:cubicBezTo>
                      <a:pt x="598" y="0"/>
                      <a:pt x="433" y="0"/>
                      <a:pt x="268" y="0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8" name=""/>
              <p:cNvSpPr/>
              <p:nvPr/>
            </p:nvSpPr>
            <p:spPr>
              <a:xfrm>
                <a:off x="2697480" y="2173320"/>
                <a:ext cx="281160" cy="281160"/>
              </a:xfrm>
              <a:custGeom>
                <a:avLst/>
                <a:gdLst>
                  <a:gd name="textAreaLeft" fmla="*/ 0 w 281160"/>
                  <a:gd name="textAreaRight" fmla="*/ 281880 w 281160"/>
                  <a:gd name="textAreaTop" fmla="*/ 0 h 281160"/>
                  <a:gd name="textAreaBottom" fmla="*/ 281880 h 281160"/>
                </a:gdLst>
                <a:ahLst/>
                <a:cxnLst/>
                <a:rect l="textAreaLeft" t="textAreaTop" r="textAreaRight" b="textAreaBottom"/>
                <a:pathLst>
                  <a:path w="783" h="783">
                    <a:moveTo>
                      <a:pt x="783" y="392"/>
                    </a:moveTo>
                    <a:cubicBezTo>
                      <a:pt x="783" y="461"/>
                      <a:pt x="765" y="528"/>
                      <a:pt x="731" y="588"/>
                    </a:cubicBezTo>
                    <a:cubicBezTo>
                      <a:pt x="696" y="647"/>
                      <a:pt x="647" y="697"/>
                      <a:pt x="588" y="731"/>
                    </a:cubicBezTo>
                    <a:cubicBezTo>
                      <a:pt x="528" y="765"/>
                      <a:pt x="460" y="783"/>
                      <a:pt x="392" y="783"/>
                    </a:cubicBezTo>
                    <a:cubicBezTo>
                      <a:pt x="323" y="783"/>
                      <a:pt x="255" y="765"/>
                      <a:pt x="196" y="731"/>
                    </a:cubicBezTo>
                    <a:cubicBezTo>
                      <a:pt x="136" y="697"/>
                      <a:pt x="87" y="647"/>
                      <a:pt x="52" y="588"/>
                    </a:cubicBezTo>
                    <a:cubicBezTo>
                      <a:pt x="17" y="528"/>
                      <a:pt x="0" y="461"/>
                      <a:pt x="0" y="392"/>
                    </a:cubicBezTo>
                    <a:cubicBezTo>
                      <a:pt x="0" y="323"/>
                      <a:pt x="17" y="255"/>
                      <a:pt x="52" y="196"/>
                    </a:cubicBezTo>
                    <a:cubicBezTo>
                      <a:pt x="87" y="136"/>
                      <a:pt x="136" y="87"/>
                      <a:pt x="196" y="52"/>
                    </a:cubicBezTo>
                    <a:cubicBezTo>
                      <a:pt x="255" y="18"/>
                      <a:pt x="323" y="0"/>
                      <a:pt x="392" y="0"/>
                    </a:cubicBezTo>
                    <a:cubicBezTo>
                      <a:pt x="460" y="0"/>
                      <a:pt x="528" y="18"/>
                      <a:pt x="588" y="52"/>
                    </a:cubicBezTo>
                    <a:cubicBezTo>
                      <a:pt x="647" y="87"/>
                      <a:pt x="696" y="136"/>
                      <a:pt x="731" y="196"/>
                    </a:cubicBezTo>
                    <a:cubicBezTo>
                      <a:pt x="765" y="255"/>
                      <a:pt x="783" y="323"/>
                      <a:pt x="783" y="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9" name=""/>
              <p:cNvSpPr/>
              <p:nvPr/>
            </p:nvSpPr>
            <p:spPr>
              <a:xfrm>
                <a:off x="2765160" y="2424240"/>
                <a:ext cx="82800" cy="82800"/>
              </a:xfrm>
              <a:custGeom>
                <a:avLst/>
                <a:gdLst>
                  <a:gd name="textAreaLeft" fmla="*/ 0 w 82800"/>
                  <a:gd name="textAreaRight" fmla="*/ 83520 w 82800"/>
                  <a:gd name="textAreaTop" fmla="*/ 0 h 82800"/>
                  <a:gd name="textAreaBottom" fmla="*/ 83520 h 82800"/>
                </a:gdLst>
                <a:ahLst/>
                <a:cxnLst/>
                <a:rect l="textAreaLeft" t="textAreaTop" r="textAreaRight" b="textAreaBottom"/>
                <a:pathLst>
                  <a:path w="232" h="232">
                    <a:moveTo>
                      <a:pt x="0" y="232"/>
                    </a:moveTo>
                    <a:cubicBezTo>
                      <a:pt x="77" y="155"/>
                      <a:pt x="155" y="77"/>
                      <a:pt x="232" y="0"/>
                    </a:cubicBezTo>
                    <a:cubicBezTo>
                      <a:pt x="155" y="0"/>
                      <a:pt x="77" y="0"/>
                      <a:pt x="0" y="0"/>
                    </a:cubicBezTo>
                    <a:cubicBezTo>
                      <a:pt x="0" y="77"/>
                      <a:pt x="0" y="155"/>
                      <a:pt x="0" y="2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70" name=""/>
              <p:cNvSpPr/>
              <p:nvPr/>
            </p:nvSpPr>
            <p:spPr>
              <a:xfrm>
                <a:off x="2746800" y="2298240"/>
                <a:ext cx="45000" cy="45000"/>
              </a:xfrm>
              <a:custGeom>
                <a:avLst/>
                <a:gdLst>
                  <a:gd name="textAreaLeft" fmla="*/ 0 w 45000"/>
                  <a:gd name="textAreaRight" fmla="*/ 45720 w 45000"/>
                  <a:gd name="textAreaTop" fmla="*/ 0 h 45000"/>
                  <a:gd name="textAreaBottom" fmla="*/ 45720 h 4500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71" name=""/>
              <p:cNvSpPr/>
              <p:nvPr/>
            </p:nvSpPr>
            <p:spPr>
              <a:xfrm>
                <a:off x="2810160" y="2298240"/>
                <a:ext cx="45000" cy="45000"/>
              </a:xfrm>
              <a:custGeom>
                <a:avLst/>
                <a:gdLst>
                  <a:gd name="textAreaLeft" fmla="*/ 0 w 45000"/>
                  <a:gd name="textAreaRight" fmla="*/ 45720 w 45000"/>
                  <a:gd name="textAreaTop" fmla="*/ 0 h 45000"/>
                  <a:gd name="textAreaBottom" fmla="*/ 45720 h 4500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72" name=""/>
              <p:cNvSpPr/>
              <p:nvPr/>
            </p:nvSpPr>
            <p:spPr>
              <a:xfrm>
                <a:off x="2870640" y="2298240"/>
                <a:ext cx="45000" cy="45000"/>
              </a:xfrm>
              <a:custGeom>
                <a:avLst/>
                <a:gdLst>
                  <a:gd name="textAreaLeft" fmla="*/ 0 w 45000"/>
                  <a:gd name="textAreaRight" fmla="*/ 45720 w 45000"/>
                  <a:gd name="textAreaTop" fmla="*/ 0 h 45000"/>
                  <a:gd name="textAreaBottom" fmla="*/ 45720 h 4500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4" y="85"/>
                      <a:pt x="119" y="94"/>
                    </a:cubicBezTo>
                    <a:cubicBezTo>
                      <a:pt x="113" y="104"/>
                      <a:pt x="105" y="113"/>
                      <a:pt x="95" y="118"/>
                    </a:cubicBezTo>
                    <a:cubicBezTo>
                      <a:pt x="86" y="123"/>
                      <a:pt x="73" y="127"/>
                      <a:pt x="63" y="127"/>
                    </a:cubicBezTo>
                    <a:cubicBezTo>
                      <a:pt x="52" y="127"/>
                      <a:pt x="41" y="123"/>
                      <a:pt x="31" y="118"/>
                    </a:cubicBezTo>
                    <a:cubicBezTo>
                      <a:pt x="22" y="113"/>
                      <a:pt x="14" y="104"/>
                      <a:pt x="8" y="94"/>
                    </a:cubicBezTo>
                    <a:cubicBezTo>
                      <a:pt x="2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5"/>
                      <a:pt x="31" y="9"/>
                    </a:cubicBezTo>
                    <a:cubicBezTo>
                      <a:pt x="41" y="3"/>
                      <a:pt x="52" y="0"/>
                      <a:pt x="63" y="0"/>
                    </a:cubicBezTo>
                    <a:cubicBezTo>
                      <a:pt x="74" y="0"/>
                      <a:pt x="86" y="3"/>
                      <a:pt x="95" y="9"/>
                    </a:cubicBezTo>
                    <a:cubicBezTo>
                      <a:pt x="105" y="15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473" name=""/>
          <p:cNvGrpSpPr/>
          <p:nvPr/>
        </p:nvGrpSpPr>
        <p:grpSpPr>
          <a:xfrm>
            <a:off x="2881440" y="2844000"/>
            <a:ext cx="934560" cy="1079280"/>
            <a:chOff x="2881440" y="2844000"/>
            <a:chExt cx="934560" cy="1079280"/>
          </a:xfrm>
        </p:grpSpPr>
        <p:sp>
          <p:nvSpPr>
            <p:cNvPr id="474" name=""/>
            <p:cNvSpPr/>
            <p:nvPr/>
          </p:nvSpPr>
          <p:spPr>
            <a:xfrm rot="5400000">
              <a:off x="2809080" y="2916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75" name=""/>
            <p:cNvSpPr/>
            <p:nvPr/>
          </p:nvSpPr>
          <p:spPr>
            <a:xfrm rot="5400000">
              <a:off x="2881080" y="2978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76" name=""/>
            <p:cNvGrpSpPr/>
            <p:nvPr/>
          </p:nvGrpSpPr>
          <p:grpSpPr>
            <a:xfrm>
              <a:off x="3215880" y="3164400"/>
              <a:ext cx="264600" cy="435960"/>
              <a:chOff x="3215880" y="3164400"/>
              <a:chExt cx="264600" cy="435960"/>
            </a:xfrm>
          </p:grpSpPr>
          <p:sp>
            <p:nvSpPr>
              <p:cNvPr id="477" name=""/>
              <p:cNvSpPr/>
              <p:nvPr/>
            </p:nvSpPr>
            <p:spPr>
              <a:xfrm>
                <a:off x="3215880" y="3164400"/>
                <a:ext cx="264600" cy="321120"/>
              </a:xfrm>
              <a:custGeom>
                <a:avLst/>
                <a:gdLst>
                  <a:gd name="textAreaLeft" fmla="*/ 0 w 264600"/>
                  <a:gd name="textAreaRight" fmla="*/ 265320 w 264600"/>
                  <a:gd name="textAreaTop" fmla="*/ 0 h 321120"/>
                  <a:gd name="textAreaBottom" fmla="*/ 321840 h 321120"/>
                </a:gdLst>
                <a:ahLst/>
                <a:cxnLst/>
                <a:rect l="textAreaLeft" t="textAreaTop" r="textAreaRight" b="textAreaBottom"/>
                <a:pathLst>
                  <a:path w="737" h="894">
                    <a:moveTo>
                      <a:pt x="369" y="0"/>
                    </a:moveTo>
                    <a:cubicBezTo>
                      <a:pt x="165" y="0"/>
                      <a:pt x="0" y="165"/>
                      <a:pt x="0" y="369"/>
                    </a:cubicBezTo>
                    <a:cubicBezTo>
                      <a:pt x="0" y="442"/>
                      <a:pt x="22" y="515"/>
                      <a:pt x="64" y="575"/>
                    </a:cubicBezTo>
                    <a:lnTo>
                      <a:pt x="63" y="575"/>
                    </a:lnTo>
                    <a:cubicBezTo>
                      <a:pt x="83" y="630"/>
                      <a:pt x="198" y="788"/>
                      <a:pt x="202" y="893"/>
                    </a:cubicBezTo>
                    <a:cubicBezTo>
                      <a:pt x="308" y="893"/>
                      <a:pt x="414" y="894"/>
                      <a:pt x="519" y="894"/>
                    </a:cubicBezTo>
                    <a:cubicBezTo>
                      <a:pt x="523" y="794"/>
                      <a:pt x="603" y="677"/>
                      <a:pt x="650" y="609"/>
                    </a:cubicBezTo>
                    <a:cubicBezTo>
                      <a:pt x="707" y="541"/>
                      <a:pt x="737" y="456"/>
                      <a:pt x="737" y="369"/>
                    </a:cubicBezTo>
                    <a:cubicBezTo>
                      <a:pt x="737" y="165"/>
                      <a:pt x="573" y="0"/>
                      <a:pt x="3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78" name=""/>
              <p:cNvSpPr/>
              <p:nvPr/>
            </p:nvSpPr>
            <p:spPr>
              <a:xfrm>
                <a:off x="3253320" y="3485160"/>
                <a:ext cx="183600" cy="28800"/>
              </a:xfrm>
              <a:custGeom>
                <a:avLst/>
                <a:gdLst>
                  <a:gd name="textAreaLeft" fmla="*/ 0 w 183600"/>
                  <a:gd name="textAreaRight" fmla="*/ 184320 w 183600"/>
                  <a:gd name="textAreaTop" fmla="*/ 0 h 28800"/>
                  <a:gd name="textAreaBottom" fmla="*/ 29520 h 28800"/>
                </a:gdLst>
                <a:ahLst/>
                <a:cxnLst/>
                <a:rect l="textAreaLeft" t="textAreaTop" r="textAreaRight" b="textAreaBottom"/>
                <a:pathLst>
                  <a:path w="512" h="82">
                    <a:moveTo>
                      <a:pt x="255" y="82"/>
                    </a:moveTo>
                    <a:cubicBezTo>
                      <a:pt x="327" y="82"/>
                      <a:pt x="399" y="82"/>
                      <a:pt x="470" y="82"/>
                    </a:cubicBezTo>
                    <a:cubicBezTo>
                      <a:pt x="493" y="82"/>
                      <a:pt x="512" y="64"/>
                      <a:pt x="512" y="41"/>
                    </a:cubicBezTo>
                    <a:cubicBezTo>
                      <a:pt x="512" y="18"/>
                      <a:pt x="493" y="0"/>
                      <a:pt x="470" y="0"/>
                    </a:cubicBezTo>
                    <a:cubicBezTo>
                      <a:pt x="327" y="0"/>
                      <a:pt x="185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113" y="82"/>
                      <a:pt x="184" y="82"/>
                      <a:pt x="255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79" name=""/>
              <p:cNvSpPr/>
              <p:nvPr/>
            </p:nvSpPr>
            <p:spPr>
              <a:xfrm>
                <a:off x="3285360" y="3556440"/>
                <a:ext cx="117360" cy="43920"/>
              </a:xfrm>
              <a:custGeom>
                <a:avLst/>
                <a:gdLst>
                  <a:gd name="textAreaLeft" fmla="*/ 0 w 117360"/>
                  <a:gd name="textAreaRight" fmla="*/ 118080 w 117360"/>
                  <a:gd name="textAreaTop" fmla="*/ 0 h 43920"/>
                  <a:gd name="textAreaBottom" fmla="*/ 44640 h 43920"/>
                </a:gdLst>
                <a:ahLst/>
                <a:cxnLst/>
                <a:rect l="textAreaLeft" t="textAreaTop" r="textAreaRight" b="textAreaBottom"/>
                <a:pathLst>
                  <a:path w="328" h="124">
                    <a:moveTo>
                      <a:pt x="164" y="124"/>
                    </a:moveTo>
                    <a:cubicBezTo>
                      <a:pt x="198" y="124"/>
                      <a:pt x="232" y="124"/>
                      <a:pt x="266" y="124"/>
                    </a:cubicBezTo>
                    <a:cubicBezTo>
                      <a:pt x="300" y="124"/>
                      <a:pt x="328" y="96"/>
                      <a:pt x="328" y="62"/>
                    </a:cubicBezTo>
                    <a:cubicBezTo>
                      <a:pt x="328" y="27"/>
                      <a:pt x="300" y="0"/>
                      <a:pt x="266" y="0"/>
                    </a:cubicBezTo>
                    <a:cubicBezTo>
                      <a:pt x="198" y="0"/>
                      <a:pt x="130" y="0"/>
                      <a:pt x="62" y="0"/>
                    </a:cubicBezTo>
                    <a:cubicBezTo>
                      <a:pt x="28" y="0"/>
                      <a:pt x="0" y="27"/>
                      <a:pt x="0" y="62"/>
                    </a:cubicBezTo>
                    <a:cubicBezTo>
                      <a:pt x="0" y="96"/>
                      <a:pt x="28" y="124"/>
                      <a:pt x="62" y="124"/>
                    </a:cubicBezTo>
                    <a:cubicBezTo>
                      <a:pt x="96" y="124"/>
                      <a:pt x="130" y="124"/>
                      <a:pt x="164" y="12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80" name=""/>
              <p:cNvSpPr/>
              <p:nvPr/>
            </p:nvSpPr>
            <p:spPr>
              <a:xfrm>
                <a:off x="3269520" y="3521520"/>
                <a:ext cx="150120" cy="28800"/>
              </a:xfrm>
              <a:custGeom>
                <a:avLst/>
                <a:gdLst>
                  <a:gd name="textAreaLeft" fmla="*/ 0 w 150120"/>
                  <a:gd name="textAreaRight" fmla="*/ 150840 w 150120"/>
                  <a:gd name="textAreaTop" fmla="*/ 0 h 28800"/>
                  <a:gd name="textAreaBottom" fmla="*/ 29520 h 28800"/>
                </a:gdLst>
                <a:ahLst/>
                <a:cxnLst/>
                <a:rect l="textAreaLeft" t="textAreaTop" r="textAreaRight" b="textAreaBottom"/>
                <a:pathLst>
                  <a:path w="419" h="82">
                    <a:moveTo>
                      <a:pt x="210" y="82"/>
                    </a:moveTo>
                    <a:cubicBezTo>
                      <a:pt x="266" y="82"/>
                      <a:pt x="322" y="82"/>
                      <a:pt x="378" y="82"/>
                    </a:cubicBezTo>
                    <a:cubicBezTo>
                      <a:pt x="400" y="82"/>
                      <a:pt x="419" y="64"/>
                      <a:pt x="419" y="41"/>
                    </a:cubicBezTo>
                    <a:cubicBezTo>
                      <a:pt x="419" y="18"/>
                      <a:pt x="400" y="0"/>
                      <a:pt x="378" y="0"/>
                    </a:cubicBezTo>
                    <a:cubicBezTo>
                      <a:pt x="266" y="0"/>
                      <a:pt x="153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97" y="82"/>
                      <a:pt x="154" y="82"/>
                      <a:pt x="210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481" name=""/>
          <p:cNvGrpSpPr/>
          <p:nvPr/>
        </p:nvGrpSpPr>
        <p:grpSpPr>
          <a:xfrm>
            <a:off x="2647440" y="3924000"/>
            <a:ext cx="934560" cy="1079280"/>
            <a:chOff x="2647440" y="3924000"/>
            <a:chExt cx="934560" cy="1079280"/>
          </a:xfrm>
        </p:grpSpPr>
        <p:sp>
          <p:nvSpPr>
            <p:cNvPr id="482" name=""/>
            <p:cNvSpPr/>
            <p:nvPr/>
          </p:nvSpPr>
          <p:spPr>
            <a:xfrm rot="5400000">
              <a:off x="2575080" y="3996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60c4e4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83" name=""/>
            <p:cNvSpPr/>
            <p:nvPr/>
          </p:nvSpPr>
          <p:spPr>
            <a:xfrm rot="5400000">
              <a:off x="2647080" y="4058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84" name=""/>
            <p:cNvGrpSpPr/>
            <p:nvPr/>
          </p:nvGrpSpPr>
          <p:grpSpPr>
            <a:xfrm>
              <a:off x="2952000" y="4302720"/>
              <a:ext cx="324720" cy="322920"/>
              <a:chOff x="2952000" y="4302720"/>
              <a:chExt cx="324720" cy="322920"/>
            </a:xfrm>
          </p:grpSpPr>
          <p:sp>
            <p:nvSpPr>
              <p:cNvPr id="485" name=""/>
              <p:cNvSpPr/>
              <p:nvPr/>
            </p:nvSpPr>
            <p:spPr>
              <a:xfrm>
                <a:off x="2952000" y="4325040"/>
                <a:ext cx="300600" cy="300600"/>
              </a:xfrm>
              <a:custGeom>
                <a:avLst/>
                <a:gdLst>
                  <a:gd name="textAreaLeft" fmla="*/ 0 w 300600"/>
                  <a:gd name="textAreaRight" fmla="*/ 301320 w 300600"/>
                  <a:gd name="textAreaTop" fmla="*/ 0 h 300600"/>
                  <a:gd name="textAreaBottom" fmla="*/ 301320 h 30060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837" y="419"/>
                    </a:moveTo>
                    <a:cubicBezTo>
                      <a:pt x="837" y="492"/>
                      <a:pt x="818" y="564"/>
                      <a:pt x="781" y="628"/>
                    </a:cubicBezTo>
                    <a:cubicBezTo>
                      <a:pt x="744" y="692"/>
                      <a:pt x="692" y="744"/>
                      <a:pt x="628" y="781"/>
                    </a:cubicBezTo>
                    <a:cubicBezTo>
                      <a:pt x="612" y="790"/>
                      <a:pt x="595" y="799"/>
                      <a:pt x="577" y="806"/>
                    </a:cubicBezTo>
                    <a:cubicBezTo>
                      <a:pt x="527" y="826"/>
                      <a:pt x="473" y="837"/>
                      <a:pt x="419" y="837"/>
                    </a:cubicBezTo>
                    <a:cubicBezTo>
                      <a:pt x="345" y="837"/>
                      <a:pt x="273" y="818"/>
                      <a:pt x="209" y="781"/>
                    </a:cubicBezTo>
                    <a:cubicBezTo>
                      <a:pt x="177" y="763"/>
                      <a:pt x="147" y="739"/>
                      <a:pt x="121" y="713"/>
                    </a:cubicBezTo>
                    <a:cubicBezTo>
                      <a:pt x="95" y="687"/>
                      <a:pt x="73" y="658"/>
                      <a:pt x="56" y="628"/>
                    </a:cubicBezTo>
                    <a:cubicBezTo>
                      <a:pt x="19" y="564"/>
                      <a:pt x="0" y="492"/>
                      <a:pt x="0" y="419"/>
                    </a:cubicBezTo>
                    <a:cubicBezTo>
                      <a:pt x="0" y="362"/>
                      <a:pt x="11" y="306"/>
                      <a:pt x="33" y="254"/>
                    </a:cubicBezTo>
                    <a:cubicBezTo>
                      <a:pt x="40" y="239"/>
                      <a:pt x="47" y="224"/>
                      <a:pt x="56" y="209"/>
                    </a:cubicBezTo>
                    <a:cubicBezTo>
                      <a:pt x="92" y="146"/>
                      <a:pt x="145" y="93"/>
                      <a:pt x="209" y="56"/>
                    </a:cubicBezTo>
                    <a:cubicBezTo>
                      <a:pt x="272" y="19"/>
                      <a:pt x="345" y="0"/>
                      <a:pt x="419" y="0"/>
                    </a:cubicBezTo>
                    <a:cubicBezTo>
                      <a:pt x="421" y="0"/>
                      <a:pt x="422" y="0"/>
                      <a:pt x="425" y="0"/>
                    </a:cubicBezTo>
                    <a:cubicBezTo>
                      <a:pt x="423" y="140"/>
                      <a:pt x="421" y="279"/>
                      <a:pt x="419" y="419"/>
                    </a:cubicBezTo>
                    <a:cubicBezTo>
                      <a:pt x="558" y="419"/>
                      <a:pt x="698" y="419"/>
                      <a:pt x="837" y="4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86" name=""/>
              <p:cNvSpPr/>
              <p:nvPr/>
            </p:nvSpPr>
            <p:spPr>
              <a:xfrm>
                <a:off x="3125520" y="4302720"/>
                <a:ext cx="151200" cy="153000"/>
              </a:xfrm>
              <a:custGeom>
                <a:avLst/>
                <a:gdLst>
                  <a:gd name="textAreaLeft" fmla="*/ 0 w 151200"/>
                  <a:gd name="textAreaRight" fmla="*/ 151920 w 151200"/>
                  <a:gd name="textAreaTop" fmla="*/ 0 h 153000"/>
                  <a:gd name="textAreaBottom" fmla="*/ 153720 h 153000"/>
                </a:gdLst>
                <a:ahLst/>
                <a:cxnLst/>
                <a:rect l="textAreaLeft" t="textAreaTop" r="textAreaRight" b="textAreaBottom"/>
                <a:pathLst>
                  <a:path w="422" h="427">
                    <a:moveTo>
                      <a:pt x="0" y="0"/>
                    </a:moveTo>
                    <a:cubicBezTo>
                      <a:pt x="8" y="0"/>
                      <a:pt x="16" y="1"/>
                      <a:pt x="24" y="1"/>
                    </a:cubicBezTo>
                    <a:cubicBezTo>
                      <a:pt x="96" y="5"/>
                      <a:pt x="168" y="27"/>
                      <a:pt x="230" y="66"/>
                    </a:cubicBezTo>
                    <a:cubicBezTo>
                      <a:pt x="255" y="83"/>
                      <a:pt x="280" y="102"/>
                      <a:pt x="302" y="124"/>
                    </a:cubicBezTo>
                    <a:cubicBezTo>
                      <a:pt x="331" y="155"/>
                      <a:pt x="357" y="189"/>
                      <a:pt x="376" y="226"/>
                    </a:cubicBezTo>
                    <a:cubicBezTo>
                      <a:pt x="408" y="289"/>
                      <a:pt x="423" y="358"/>
                      <a:pt x="422" y="427"/>
                    </a:cubicBezTo>
                    <a:cubicBezTo>
                      <a:pt x="282" y="424"/>
                      <a:pt x="143" y="421"/>
                      <a:pt x="3" y="419"/>
                    </a:cubicBezTo>
                    <a:cubicBezTo>
                      <a:pt x="3" y="279"/>
                      <a:pt x="1" y="140"/>
                      <a:pt x="0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487" name=""/>
          <p:cNvGrpSpPr/>
          <p:nvPr/>
        </p:nvGrpSpPr>
        <p:grpSpPr>
          <a:xfrm>
            <a:off x="6624720" y="3924000"/>
            <a:ext cx="934560" cy="1079280"/>
            <a:chOff x="6624720" y="3924000"/>
            <a:chExt cx="934560" cy="1079280"/>
          </a:xfrm>
        </p:grpSpPr>
        <p:sp>
          <p:nvSpPr>
            <p:cNvPr id="488" name=""/>
            <p:cNvSpPr/>
            <p:nvPr/>
          </p:nvSpPr>
          <p:spPr>
            <a:xfrm rot="5400000">
              <a:off x="6552360" y="3996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89" name=""/>
            <p:cNvSpPr/>
            <p:nvPr/>
          </p:nvSpPr>
          <p:spPr>
            <a:xfrm rot="5400000">
              <a:off x="6624360" y="4058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90" name=""/>
            <p:cNvGrpSpPr/>
            <p:nvPr/>
          </p:nvGrpSpPr>
          <p:grpSpPr>
            <a:xfrm>
              <a:off x="6953400" y="4248720"/>
              <a:ext cx="275760" cy="430920"/>
              <a:chOff x="6953400" y="4248720"/>
              <a:chExt cx="275760" cy="430920"/>
            </a:xfrm>
          </p:grpSpPr>
          <p:sp>
            <p:nvSpPr>
              <p:cNvPr id="491" name=""/>
              <p:cNvSpPr/>
              <p:nvPr/>
            </p:nvSpPr>
            <p:spPr>
              <a:xfrm>
                <a:off x="6953400" y="4450680"/>
                <a:ext cx="275760" cy="228960"/>
              </a:xfrm>
              <a:custGeom>
                <a:avLst/>
                <a:gdLst>
                  <a:gd name="textAreaLeft" fmla="*/ 0 w 275760"/>
                  <a:gd name="textAreaRight" fmla="*/ 276480 w 275760"/>
                  <a:gd name="textAreaTop" fmla="*/ 0 h 228960"/>
                  <a:gd name="textAreaBottom" fmla="*/ 229680 h 228960"/>
                </a:gdLst>
                <a:ahLst/>
                <a:cxnLst/>
                <a:rect l="textAreaLeft" t="textAreaTop" r="textAreaRight" b="textAreaBottom"/>
                <a:pathLst>
                  <a:path w="768" h="638">
                    <a:moveTo>
                      <a:pt x="381" y="0"/>
                    </a:moveTo>
                    <a:cubicBezTo>
                      <a:pt x="170" y="0"/>
                      <a:pt x="0" y="179"/>
                      <a:pt x="0" y="402"/>
                    </a:cubicBezTo>
                    <a:cubicBezTo>
                      <a:pt x="0" y="464"/>
                      <a:pt x="0" y="527"/>
                      <a:pt x="0" y="589"/>
                    </a:cubicBezTo>
                    <a:cubicBezTo>
                      <a:pt x="0" y="606"/>
                      <a:pt x="1" y="622"/>
                      <a:pt x="3" y="638"/>
                    </a:cubicBezTo>
                    <a:cubicBezTo>
                      <a:pt x="257" y="637"/>
                      <a:pt x="511" y="637"/>
                      <a:pt x="765" y="637"/>
                    </a:cubicBezTo>
                    <a:cubicBezTo>
                      <a:pt x="767" y="621"/>
                      <a:pt x="768" y="605"/>
                      <a:pt x="768" y="589"/>
                    </a:cubicBezTo>
                    <a:cubicBezTo>
                      <a:pt x="768" y="527"/>
                      <a:pt x="768" y="464"/>
                      <a:pt x="768" y="402"/>
                    </a:cubicBezTo>
                    <a:cubicBezTo>
                      <a:pt x="768" y="179"/>
                      <a:pt x="598" y="0"/>
                      <a:pt x="387" y="0"/>
                    </a:cubicBezTo>
                    <a:cubicBezTo>
                      <a:pt x="385" y="0"/>
                      <a:pt x="383" y="0"/>
                      <a:pt x="381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92" name=""/>
              <p:cNvSpPr/>
              <p:nvPr/>
            </p:nvSpPr>
            <p:spPr>
              <a:xfrm>
                <a:off x="7004880" y="4248720"/>
                <a:ext cx="173160" cy="185760"/>
              </a:xfrm>
              <a:custGeom>
                <a:avLst/>
                <a:gdLst>
                  <a:gd name="textAreaLeft" fmla="*/ 0 w 173160"/>
                  <a:gd name="textAreaRight" fmla="*/ 173880 w 173160"/>
                  <a:gd name="textAreaTop" fmla="*/ 0 h 185760"/>
                  <a:gd name="textAreaBottom" fmla="*/ 186480 h 185760"/>
                </a:gdLst>
                <a:ahLst/>
                <a:cxnLst/>
                <a:rect l="textAreaLeft" t="textAreaTop" r="textAreaRight" b="textAreaBottom"/>
                <a:pathLst>
                  <a:path w="483" h="518">
                    <a:moveTo>
                      <a:pt x="483" y="259"/>
                    </a:moveTo>
                    <a:cubicBezTo>
                      <a:pt x="483" y="304"/>
                      <a:pt x="471" y="349"/>
                      <a:pt x="450" y="388"/>
                    </a:cubicBezTo>
                    <a:cubicBezTo>
                      <a:pt x="429" y="428"/>
                      <a:pt x="399" y="461"/>
                      <a:pt x="362" y="484"/>
                    </a:cubicBezTo>
                    <a:cubicBezTo>
                      <a:pt x="325" y="506"/>
                      <a:pt x="283" y="518"/>
                      <a:pt x="241" y="518"/>
                    </a:cubicBezTo>
                    <a:cubicBezTo>
                      <a:pt x="199" y="518"/>
                      <a:pt x="157" y="506"/>
                      <a:pt x="121" y="484"/>
                    </a:cubicBezTo>
                    <a:cubicBezTo>
                      <a:pt x="84" y="461"/>
                      <a:pt x="53" y="428"/>
                      <a:pt x="32" y="388"/>
                    </a:cubicBezTo>
                    <a:cubicBezTo>
                      <a:pt x="11" y="349"/>
                      <a:pt x="0" y="304"/>
                      <a:pt x="0" y="259"/>
                    </a:cubicBezTo>
                    <a:cubicBezTo>
                      <a:pt x="0" y="213"/>
                      <a:pt x="11" y="169"/>
                      <a:pt x="32" y="129"/>
                    </a:cubicBezTo>
                    <a:cubicBezTo>
                      <a:pt x="53" y="90"/>
                      <a:pt x="84" y="57"/>
                      <a:pt x="121" y="34"/>
                    </a:cubicBezTo>
                    <a:cubicBezTo>
                      <a:pt x="157" y="11"/>
                      <a:pt x="199" y="0"/>
                      <a:pt x="241" y="0"/>
                    </a:cubicBezTo>
                    <a:cubicBezTo>
                      <a:pt x="283" y="0"/>
                      <a:pt x="325" y="11"/>
                      <a:pt x="362" y="34"/>
                    </a:cubicBezTo>
                    <a:cubicBezTo>
                      <a:pt x="399" y="57"/>
                      <a:pt x="429" y="90"/>
                      <a:pt x="450" y="129"/>
                    </a:cubicBezTo>
                    <a:cubicBezTo>
                      <a:pt x="471" y="169"/>
                      <a:pt x="483" y="213"/>
                      <a:pt x="483" y="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93" name=""/>
              <p:cNvSpPr/>
              <p:nvPr/>
            </p:nvSpPr>
            <p:spPr>
              <a:xfrm>
                <a:off x="7062120" y="4448880"/>
                <a:ext cx="55800" cy="32400"/>
              </a:xfrm>
              <a:custGeom>
                <a:avLst/>
                <a:gdLst>
                  <a:gd name="textAreaLeft" fmla="*/ 0 w 55800"/>
                  <a:gd name="textAreaRight" fmla="*/ 56520 w 55800"/>
                  <a:gd name="textAreaTop" fmla="*/ 0 h 32400"/>
                  <a:gd name="textAreaBottom" fmla="*/ 33120 h 32400"/>
                </a:gdLst>
                <a:ahLst/>
                <a:cxnLst/>
                <a:rect l="textAreaLeft" t="textAreaTop" r="textAreaRight" b="textAreaBottom"/>
                <a:pathLst>
                  <a:path w="157" h="92">
                    <a:moveTo>
                      <a:pt x="0" y="13"/>
                    </a:moveTo>
                    <a:cubicBezTo>
                      <a:pt x="27" y="40"/>
                      <a:pt x="55" y="66"/>
                      <a:pt x="82" y="92"/>
                    </a:cubicBezTo>
                    <a:cubicBezTo>
                      <a:pt x="108" y="66"/>
                      <a:pt x="132" y="40"/>
                      <a:pt x="157" y="13"/>
                    </a:cubicBezTo>
                    <a:cubicBezTo>
                      <a:pt x="108" y="-7"/>
                      <a:pt x="55" y="-2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94" name=""/>
              <p:cNvSpPr/>
              <p:nvPr/>
            </p:nvSpPr>
            <p:spPr>
              <a:xfrm>
                <a:off x="7068960" y="4496760"/>
                <a:ext cx="47160" cy="126720"/>
              </a:xfrm>
              <a:custGeom>
                <a:avLst/>
                <a:gdLst>
                  <a:gd name="textAreaLeft" fmla="*/ 0 w 47160"/>
                  <a:gd name="textAreaRight" fmla="*/ 47880 w 47160"/>
                  <a:gd name="textAreaTop" fmla="*/ 0 h 126720"/>
                  <a:gd name="textAreaBottom" fmla="*/ 127440 h 126720"/>
                </a:gdLst>
                <a:ahLst/>
                <a:cxnLst/>
                <a:rect l="textAreaLeft" t="textAreaTop" r="textAreaRight" b="textAreaBottom"/>
                <a:pathLst>
                  <a:path w="133" h="354">
                    <a:moveTo>
                      <a:pt x="67" y="0"/>
                    </a:moveTo>
                    <a:cubicBezTo>
                      <a:pt x="89" y="101"/>
                      <a:pt x="111" y="200"/>
                      <a:pt x="133" y="301"/>
                    </a:cubicBezTo>
                    <a:cubicBezTo>
                      <a:pt x="110" y="318"/>
                      <a:pt x="87" y="337"/>
                      <a:pt x="65" y="354"/>
                    </a:cubicBezTo>
                    <a:cubicBezTo>
                      <a:pt x="43" y="337"/>
                      <a:pt x="22" y="318"/>
                      <a:pt x="0" y="301"/>
                    </a:cubicBezTo>
                    <a:cubicBezTo>
                      <a:pt x="23" y="200"/>
                      <a:pt x="45" y="101"/>
                      <a:pt x="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495" name=""/>
          <p:cNvGrpSpPr/>
          <p:nvPr/>
        </p:nvGrpSpPr>
        <p:grpSpPr>
          <a:xfrm>
            <a:off x="6337440" y="2844000"/>
            <a:ext cx="934560" cy="1079280"/>
            <a:chOff x="6337440" y="2844000"/>
            <a:chExt cx="934560" cy="1079280"/>
          </a:xfrm>
        </p:grpSpPr>
        <p:sp>
          <p:nvSpPr>
            <p:cNvPr id="496" name=""/>
            <p:cNvSpPr/>
            <p:nvPr/>
          </p:nvSpPr>
          <p:spPr>
            <a:xfrm rot="5400000">
              <a:off x="6265080" y="2916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e54b89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97" name=""/>
            <p:cNvSpPr/>
            <p:nvPr/>
          </p:nvSpPr>
          <p:spPr>
            <a:xfrm rot="5400000">
              <a:off x="6337080" y="2978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498" name=""/>
            <p:cNvGrpSpPr/>
            <p:nvPr/>
          </p:nvGrpSpPr>
          <p:grpSpPr>
            <a:xfrm>
              <a:off x="6679080" y="3244680"/>
              <a:ext cx="270360" cy="277920"/>
              <a:chOff x="6679080" y="3244680"/>
              <a:chExt cx="270360" cy="277920"/>
            </a:xfrm>
          </p:grpSpPr>
          <p:sp>
            <p:nvSpPr>
              <p:cNvPr id="499" name=""/>
              <p:cNvSpPr/>
              <p:nvPr/>
            </p:nvSpPr>
            <p:spPr>
              <a:xfrm>
                <a:off x="6679080" y="3413880"/>
                <a:ext cx="71640" cy="71640"/>
              </a:xfrm>
              <a:custGeom>
                <a:avLst/>
                <a:gdLst>
                  <a:gd name="textAreaLeft" fmla="*/ 0 w 71640"/>
                  <a:gd name="textAreaRight" fmla="*/ 72360 w 71640"/>
                  <a:gd name="textAreaTop" fmla="*/ 0 h 71640"/>
                  <a:gd name="textAreaBottom" fmla="*/ 72360 h 71640"/>
                </a:gdLst>
                <a:ahLst/>
                <a:cxnLst/>
                <a:rect l="textAreaLeft" t="textAreaTop" r="textAreaRight" b="textAreaBottom"/>
                <a:pathLst>
                  <a:path w="201" h="201">
                    <a:moveTo>
                      <a:pt x="200" y="119"/>
                    </a:moveTo>
                    <a:cubicBezTo>
                      <a:pt x="196" y="136"/>
                      <a:pt x="188" y="152"/>
                      <a:pt x="178" y="166"/>
                    </a:cubicBezTo>
                    <a:cubicBezTo>
                      <a:pt x="167" y="179"/>
                      <a:pt x="153" y="189"/>
                      <a:pt x="135" y="196"/>
                    </a:cubicBezTo>
                    <a:cubicBezTo>
                      <a:pt x="120" y="201"/>
                      <a:pt x="101" y="203"/>
                      <a:pt x="83" y="200"/>
                    </a:cubicBezTo>
                    <a:cubicBezTo>
                      <a:pt x="67" y="196"/>
                      <a:pt x="49" y="189"/>
                      <a:pt x="36" y="178"/>
                    </a:cubicBezTo>
                    <a:cubicBezTo>
                      <a:pt x="22" y="167"/>
                      <a:pt x="13" y="152"/>
                      <a:pt x="6" y="135"/>
                    </a:cubicBezTo>
                    <a:cubicBezTo>
                      <a:pt x="0" y="118"/>
                      <a:pt x="-1" y="100"/>
                      <a:pt x="1" y="83"/>
                    </a:cubicBezTo>
                    <a:cubicBezTo>
                      <a:pt x="5" y="65"/>
                      <a:pt x="13" y="49"/>
                      <a:pt x="23" y="35"/>
                    </a:cubicBezTo>
                    <a:cubicBezTo>
                      <a:pt x="35" y="22"/>
                      <a:pt x="48" y="12"/>
                      <a:pt x="66" y="6"/>
                    </a:cubicBezTo>
                    <a:cubicBezTo>
                      <a:pt x="82" y="0"/>
                      <a:pt x="100" y="-1"/>
                      <a:pt x="117" y="1"/>
                    </a:cubicBezTo>
                    <a:cubicBezTo>
                      <a:pt x="134" y="5"/>
                      <a:pt x="151" y="13"/>
                      <a:pt x="164" y="24"/>
                    </a:cubicBezTo>
                    <a:cubicBezTo>
                      <a:pt x="178" y="35"/>
                      <a:pt x="188" y="50"/>
                      <a:pt x="194" y="67"/>
                    </a:cubicBezTo>
                    <a:cubicBezTo>
                      <a:pt x="201" y="84"/>
                      <a:pt x="202" y="101"/>
                      <a:pt x="200" y="1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00" name=""/>
              <p:cNvSpPr/>
              <p:nvPr/>
            </p:nvSpPr>
            <p:spPr>
              <a:xfrm>
                <a:off x="6741720" y="3368880"/>
                <a:ext cx="56880" cy="114480"/>
              </a:xfrm>
              <a:custGeom>
                <a:avLst/>
                <a:gdLst>
                  <a:gd name="textAreaLeft" fmla="*/ 0 w 56880"/>
                  <a:gd name="textAreaRight" fmla="*/ 57600 w 56880"/>
                  <a:gd name="textAreaTop" fmla="*/ 0 h 114480"/>
                  <a:gd name="textAreaBottom" fmla="*/ 115200 h 114480"/>
                </a:gdLst>
                <a:ahLst/>
                <a:cxnLst/>
                <a:rect l="textAreaLeft" t="textAreaTop" r="textAreaRight" b="textAreaBottom"/>
                <a:pathLst>
                  <a:path fill="none" w="160" h="320">
                    <a:moveTo>
                      <a:pt x="0" y="0"/>
                    </a:moveTo>
                    <a:cubicBezTo>
                      <a:pt x="23" y="8"/>
                      <a:pt x="45" y="20"/>
                      <a:pt x="64" y="35"/>
                    </a:cubicBezTo>
                    <a:cubicBezTo>
                      <a:pt x="96" y="59"/>
                      <a:pt x="122" y="92"/>
                      <a:pt x="139" y="129"/>
                    </a:cubicBezTo>
                    <a:cubicBezTo>
                      <a:pt x="140" y="131"/>
                      <a:pt x="141" y="133"/>
                      <a:pt x="141" y="134"/>
                    </a:cubicBezTo>
                    <a:cubicBezTo>
                      <a:pt x="157" y="173"/>
                      <a:pt x="164" y="217"/>
                      <a:pt x="158" y="259"/>
                    </a:cubicBezTo>
                    <a:cubicBezTo>
                      <a:pt x="156" y="280"/>
                      <a:pt x="150" y="301"/>
                      <a:pt x="143" y="320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rIns="5400" tIns="5400" bIns="54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01" name=""/>
              <p:cNvSpPr/>
              <p:nvPr/>
            </p:nvSpPr>
            <p:spPr>
              <a:xfrm>
                <a:off x="6774480" y="3304440"/>
                <a:ext cx="101160" cy="2019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201960"/>
                  <a:gd name="textAreaBottom" fmla="*/ 202680 h 201960"/>
                </a:gdLst>
                <a:ahLst/>
                <a:cxnLst/>
                <a:rect l="textAreaLeft" t="textAreaTop" r="textAreaRight" b="textAreaBottom"/>
                <a:pathLst>
                  <a:path fill="none" w="283" h="563">
                    <a:moveTo>
                      <a:pt x="0" y="0"/>
                    </a:moveTo>
                    <a:cubicBezTo>
                      <a:pt x="40" y="15"/>
                      <a:pt x="79" y="35"/>
                      <a:pt x="113" y="61"/>
                    </a:cubicBezTo>
                    <a:cubicBezTo>
                      <a:pt x="171" y="105"/>
                      <a:pt x="216" y="162"/>
                      <a:pt x="245" y="228"/>
                    </a:cubicBezTo>
                    <a:cubicBezTo>
                      <a:pt x="247" y="231"/>
                      <a:pt x="247" y="233"/>
                      <a:pt x="248" y="236"/>
                    </a:cubicBezTo>
                    <a:cubicBezTo>
                      <a:pt x="278" y="305"/>
                      <a:pt x="289" y="380"/>
                      <a:pt x="279" y="455"/>
                    </a:cubicBezTo>
                    <a:cubicBezTo>
                      <a:pt x="275" y="492"/>
                      <a:pt x="265" y="528"/>
                      <a:pt x="251" y="563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rIns="5400" tIns="5400" bIns="54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02" name=""/>
              <p:cNvSpPr/>
              <p:nvPr/>
            </p:nvSpPr>
            <p:spPr>
              <a:xfrm>
                <a:off x="6810480" y="3244680"/>
                <a:ext cx="138960" cy="277920"/>
              </a:xfrm>
              <a:custGeom>
                <a:avLst/>
                <a:gdLst>
                  <a:gd name="textAreaLeft" fmla="*/ 0 w 138960"/>
                  <a:gd name="textAreaRight" fmla="*/ 139680 w 138960"/>
                  <a:gd name="textAreaTop" fmla="*/ 0 h 277920"/>
                  <a:gd name="textAreaBottom" fmla="*/ 278640 h 277920"/>
                </a:gdLst>
                <a:ahLst/>
                <a:cxnLst/>
                <a:rect l="textAreaLeft" t="textAreaTop" r="textAreaRight" b="textAreaBottom"/>
                <a:pathLst>
                  <a:path fill="none" w="388" h="774">
                    <a:moveTo>
                      <a:pt x="0" y="0"/>
                    </a:moveTo>
                    <a:cubicBezTo>
                      <a:pt x="56" y="20"/>
                      <a:pt x="108" y="48"/>
                      <a:pt x="156" y="84"/>
                    </a:cubicBezTo>
                    <a:cubicBezTo>
                      <a:pt x="234" y="144"/>
                      <a:pt x="296" y="223"/>
                      <a:pt x="337" y="313"/>
                    </a:cubicBezTo>
                    <a:cubicBezTo>
                      <a:pt x="338" y="317"/>
                      <a:pt x="340" y="321"/>
                      <a:pt x="342" y="324"/>
                    </a:cubicBezTo>
                    <a:cubicBezTo>
                      <a:pt x="382" y="419"/>
                      <a:pt x="396" y="523"/>
                      <a:pt x="383" y="625"/>
                    </a:cubicBezTo>
                    <a:cubicBezTo>
                      <a:pt x="377" y="676"/>
                      <a:pt x="364" y="726"/>
                      <a:pt x="345" y="774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rIns="5400" tIns="5400" bIns="540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503" name=""/>
          <p:cNvGrpSpPr/>
          <p:nvPr/>
        </p:nvGrpSpPr>
        <p:grpSpPr>
          <a:xfrm>
            <a:off x="6697440" y="1800000"/>
            <a:ext cx="934560" cy="1079280"/>
            <a:chOff x="6697440" y="1800000"/>
            <a:chExt cx="934560" cy="1079280"/>
          </a:xfrm>
        </p:grpSpPr>
        <p:sp>
          <p:nvSpPr>
            <p:cNvPr id="504" name=""/>
            <p:cNvSpPr/>
            <p:nvPr/>
          </p:nvSpPr>
          <p:spPr>
            <a:xfrm rot="5400000">
              <a:off x="6625080" y="1872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05" name=""/>
            <p:cNvSpPr/>
            <p:nvPr/>
          </p:nvSpPr>
          <p:spPr>
            <a:xfrm rot="5400000">
              <a:off x="6697080" y="1934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506" name=""/>
            <p:cNvGrpSpPr/>
            <p:nvPr/>
          </p:nvGrpSpPr>
          <p:grpSpPr>
            <a:xfrm>
              <a:off x="7004520" y="2217240"/>
              <a:ext cx="318960" cy="244800"/>
              <a:chOff x="7004520" y="2217240"/>
              <a:chExt cx="318960" cy="244800"/>
            </a:xfrm>
          </p:grpSpPr>
          <p:sp>
            <p:nvSpPr>
              <p:cNvPr id="507" name=""/>
              <p:cNvSpPr/>
              <p:nvPr/>
            </p:nvSpPr>
            <p:spPr>
              <a:xfrm>
                <a:off x="7004520" y="2217240"/>
                <a:ext cx="318960" cy="244800"/>
              </a:xfrm>
              <a:custGeom>
                <a:avLst/>
                <a:gdLst>
                  <a:gd name="textAreaLeft" fmla="*/ 0 w 318960"/>
                  <a:gd name="textAreaRight" fmla="*/ 319680 w 318960"/>
                  <a:gd name="textAreaTop" fmla="*/ 0 h 244800"/>
                  <a:gd name="textAreaBottom" fmla="*/ 245520 h 244800"/>
                </a:gdLst>
                <a:ahLst/>
                <a:cxnLst/>
                <a:rect l="textAreaLeft" t="textAreaTop" r="textAreaRight" b="textAreaBottom"/>
                <a:pathLst>
                  <a:path fill="none" w="888" h="682">
                    <a:moveTo>
                      <a:pt x="0" y="0"/>
                    </a:moveTo>
                    <a:cubicBezTo>
                      <a:pt x="0" y="227"/>
                      <a:pt x="0" y="455"/>
                      <a:pt x="0" y="682"/>
                    </a:cubicBezTo>
                    <a:cubicBezTo>
                      <a:pt x="296" y="682"/>
                      <a:pt x="592" y="682"/>
                      <a:pt x="888" y="682"/>
                    </a:cubicBezTo>
                  </a:path>
                </a:pathLst>
              </a:custGeom>
              <a:noFill/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08" name=""/>
              <p:cNvSpPr/>
              <p:nvPr/>
            </p:nvSpPr>
            <p:spPr>
              <a:xfrm>
                <a:off x="7041240" y="2268360"/>
                <a:ext cx="53280" cy="1656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09" name=""/>
              <p:cNvSpPr/>
              <p:nvPr/>
            </p:nvSpPr>
            <p:spPr>
              <a:xfrm>
                <a:off x="7117920" y="2319480"/>
                <a:ext cx="53280" cy="11484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10" name=""/>
              <p:cNvSpPr/>
              <p:nvPr/>
            </p:nvSpPr>
            <p:spPr>
              <a:xfrm>
                <a:off x="7196040" y="2357280"/>
                <a:ext cx="53280" cy="76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511" name=""/>
          <p:cNvGrpSpPr/>
          <p:nvPr/>
        </p:nvGrpSpPr>
        <p:grpSpPr>
          <a:xfrm>
            <a:off x="6373440" y="756000"/>
            <a:ext cx="934560" cy="1079280"/>
            <a:chOff x="6373440" y="756000"/>
            <a:chExt cx="934560" cy="1079280"/>
          </a:xfrm>
        </p:grpSpPr>
        <p:sp>
          <p:nvSpPr>
            <p:cNvPr id="512" name=""/>
            <p:cNvSpPr/>
            <p:nvPr/>
          </p:nvSpPr>
          <p:spPr>
            <a:xfrm rot="5400000">
              <a:off x="6301080" y="82836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13" name=""/>
            <p:cNvSpPr/>
            <p:nvPr/>
          </p:nvSpPr>
          <p:spPr>
            <a:xfrm rot="5400000">
              <a:off x="6373080" y="89064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grpSp>
          <p:nvGrpSpPr>
            <p:cNvPr id="514" name=""/>
            <p:cNvGrpSpPr/>
            <p:nvPr/>
          </p:nvGrpSpPr>
          <p:grpSpPr>
            <a:xfrm>
              <a:off x="6680880" y="1109880"/>
              <a:ext cx="317520" cy="373320"/>
              <a:chOff x="6680880" y="1109880"/>
              <a:chExt cx="317520" cy="373320"/>
            </a:xfrm>
          </p:grpSpPr>
          <p:sp>
            <p:nvSpPr>
              <p:cNvPr id="515" name=""/>
              <p:cNvSpPr/>
              <p:nvPr/>
            </p:nvSpPr>
            <p:spPr>
              <a:xfrm>
                <a:off x="6890400" y="1339200"/>
                <a:ext cx="108000" cy="144000"/>
              </a:xfrm>
              <a:prstGeom prst="line">
                <a:avLst/>
              </a:prstGeom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s-E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16" name=""/>
              <p:cNvSpPr/>
              <p:nvPr/>
            </p:nvSpPr>
            <p:spPr>
              <a:xfrm>
                <a:off x="6680880" y="1109880"/>
                <a:ext cx="229320" cy="229320"/>
              </a:xfrm>
              <a:custGeom>
                <a:avLst/>
                <a:gdLst>
                  <a:gd name="textAreaLeft" fmla="*/ 0 w 229320"/>
                  <a:gd name="textAreaRight" fmla="*/ 230040 w 229320"/>
                  <a:gd name="textAreaTop" fmla="*/ 0 h 229320"/>
                  <a:gd name="textAreaBottom" fmla="*/ 230040 h 229320"/>
                </a:gdLst>
                <a:ahLst/>
                <a:cxnLst/>
                <a:rect l="textAreaLeft" t="textAreaTop" r="textAreaRight" b="textAreaBottom"/>
                <a:pathLst>
                  <a:path w="639" h="639">
                    <a:moveTo>
                      <a:pt x="639" y="319"/>
                    </a:moveTo>
                    <a:cubicBezTo>
                      <a:pt x="639" y="375"/>
                      <a:pt x="624" y="430"/>
                      <a:pt x="596" y="479"/>
                    </a:cubicBezTo>
                    <a:cubicBezTo>
                      <a:pt x="568" y="527"/>
                      <a:pt x="527" y="568"/>
                      <a:pt x="479" y="596"/>
                    </a:cubicBezTo>
                    <a:cubicBezTo>
                      <a:pt x="430" y="624"/>
                      <a:pt x="375" y="639"/>
                      <a:pt x="319" y="639"/>
                    </a:cubicBezTo>
                    <a:cubicBezTo>
                      <a:pt x="262" y="639"/>
                      <a:pt x="208" y="624"/>
                      <a:pt x="160" y="596"/>
                    </a:cubicBezTo>
                    <a:cubicBezTo>
                      <a:pt x="111" y="568"/>
                      <a:pt x="71" y="527"/>
                      <a:pt x="43" y="479"/>
                    </a:cubicBezTo>
                    <a:cubicBezTo>
                      <a:pt x="15" y="430"/>
                      <a:pt x="0" y="375"/>
                      <a:pt x="0" y="319"/>
                    </a:cubicBezTo>
                    <a:cubicBezTo>
                      <a:pt x="0" y="262"/>
                      <a:pt x="15" y="208"/>
                      <a:pt x="43" y="160"/>
                    </a:cubicBezTo>
                    <a:cubicBezTo>
                      <a:pt x="71" y="111"/>
                      <a:pt x="111" y="71"/>
                      <a:pt x="160" y="43"/>
                    </a:cubicBezTo>
                    <a:cubicBezTo>
                      <a:pt x="208" y="15"/>
                      <a:pt x="262" y="0"/>
                      <a:pt x="319" y="0"/>
                    </a:cubicBezTo>
                    <a:cubicBezTo>
                      <a:pt x="375" y="0"/>
                      <a:pt x="430" y="15"/>
                      <a:pt x="479" y="43"/>
                    </a:cubicBezTo>
                    <a:cubicBezTo>
                      <a:pt x="527" y="71"/>
                      <a:pt x="568" y="111"/>
                      <a:pt x="596" y="160"/>
                    </a:cubicBezTo>
                    <a:cubicBezTo>
                      <a:pt x="624" y="208"/>
                      <a:pt x="639" y="262"/>
                      <a:pt x="639" y="319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517" name=""/>
              <p:cNvSpPr/>
              <p:nvPr/>
            </p:nvSpPr>
            <p:spPr>
              <a:xfrm>
                <a:off x="6792120" y="1140120"/>
                <a:ext cx="72360" cy="41400"/>
              </a:xfrm>
              <a:custGeom>
                <a:avLst/>
                <a:gdLst>
                  <a:gd name="textAreaLeft" fmla="*/ 0 w 72360"/>
                  <a:gd name="textAreaRight" fmla="*/ 73080 w 72360"/>
                  <a:gd name="textAreaTop" fmla="*/ 0 h 41400"/>
                  <a:gd name="textAreaBottom" fmla="*/ 42120 h 41400"/>
                </a:gdLst>
                <a:ahLst/>
                <a:cxnLst/>
                <a:rect l="textAreaLeft" t="textAreaTop" r="textAreaRight" b="textAreaBottom"/>
                <a:pathLst>
                  <a:path fill="none" w="203" h="117">
                    <a:moveTo>
                      <a:pt x="0" y="0"/>
                    </a:moveTo>
                    <a:cubicBezTo>
                      <a:pt x="102" y="4"/>
                      <a:pt x="162" y="45"/>
                      <a:pt x="203" y="117"/>
                    </a:cubicBezTo>
                  </a:path>
                </a:pathLst>
              </a:custGeom>
              <a:noFill/>
              <a:ln cap="rnd" w="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-11520" rIns="-11520" tIns="-11520" bIns="-11520" anchor="ctr" anchorCtr="1">
                <a:noAutofit/>
              </a:bodyPr>
              <a:p>
                <a:pPr>
                  <a:lnSpc>
                    <a:spcPct val="100000"/>
                  </a:lnSpc>
                </a:pPr>
                <a:endParaRPr b="1" lang="es-E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518" name="PlaceHolder 1"/>
          <p:cNvSpPr>
            <a:spLocks noGrp="1"/>
          </p:cNvSpPr>
          <p:nvPr>
            <p:ph/>
          </p:nvPr>
        </p:nvSpPr>
        <p:spPr>
          <a:xfrm>
            <a:off x="360000" y="1260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Hogares más eficientes y cómodos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36000" y="2268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Mejor atención sanitaria y seguimiento de pacientes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/>
          </p:nvPr>
        </p:nvSpPr>
        <p:spPr>
          <a:xfrm>
            <a:off x="432000" y="3276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5983b0"/>
                </a:solidFill>
                <a:effectLst/>
                <a:uFillTx/>
                <a:latin typeface="Gabriola"/>
              </a:rPr>
              <a:t>Ciudades más sostenibles y seguras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/>
          </p:nvPr>
        </p:nvSpPr>
        <p:spPr>
          <a:xfrm>
            <a:off x="216000" y="4428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5983b0"/>
                </a:solidFill>
                <a:effectLst/>
                <a:uFillTx/>
                <a:latin typeface="Gabriola"/>
              </a:rPr>
              <a:t>Reducción del consumo energético y de recursos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 type="subTitle"/>
          </p:nvPr>
        </p:nvSpPr>
        <p:spPr>
          <a:xfrm>
            <a:off x="360000" y="54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28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Impactos positivos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6"/>
          <p:cNvSpPr>
            <a:spLocks noGrp="1"/>
          </p:cNvSpPr>
          <p:nvPr>
            <p:ph/>
          </p:nvPr>
        </p:nvSpPr>
        <p:spPr>
          <a:xfrm>
            <a:off x="7416000" y="1296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bf00"/>
                </a:solidFill>
                <a:effectLst/>
                <a:uFillTx/>
                <a:latin typeface="Gabriola"/>
              </a:rPr>
              <a:t>Pérdida de privacidad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7"/>
          <p:cNvSpPr>
            <a:spLocks noGrp="1"/>
          </p:cNvSpPr>
          <p:nvPr>
            <p:ph type="subTitle"/>
          </p:nvPr>
        </p:nvSpPr>
        <p:spPr>
          <a:xfrm>
            <a:off x="7560000" y="54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28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Riesgos y desafíos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8"/>
          <p:cNvSpPr>
            <a:spLocks noGrp="1"/>
          </p:cNvSpPr>
          <p:nvPr>
            <p:ph/>
          </p:nvPr>
        </p:nvSpPr>
        <p:spPr>
          <a:xfrm>
            <a:off x="7740000" y="2340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ffbf00"/>
                </a:solidFill>
                <a:effectLst/>
                <a:uFillTx/>
                <a:latin typeface="Gabriola"/>
              </a:rPr>
              <a:t>Riesgo de ciberataques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9"/>
          <p:cNvSpPr>
            <a:spLocks noGrp="1"/>
          </p:cNvSpPr>
          <p:nvPr>
            <p:ph/>
          </p:nvPr>
        </p:nvSpPr>
        <p:spPr>
          <a:xfrm>
            <a:off x="7380000" y="3348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a1467e"/>
                </a:solidFill>
                <a:effectLst/>
                <a:uFillTx/>
                <a:latin typeface="Gabriola"/>
              </a:rPr>
              <a:t>Dependencia tecnológica excesiva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10"/>
          <p:cNvSpPr>
            <a:spLocks noGrp="1"/>
          </p:cNvSpPr>
          <p:nvPr>
            <p:ph/>
          </p:nvPr>
        </p:nvSpPr>
        <p:spPr>
          <a:xfrm>
            <a:off x="7668000" y="4464000"/>
            <a:ext cx="2339280" cy="46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a1467e"/>
                </a:solidFill>
                <a:effectLst/>
                <a:uFillTx/>
                <a:latin typeface="Gabriola"/>
              </a:rPr>
              <a:t>Posible exclusión de colectivos sin acceso digital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3960000" y="198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ff8000"/>
                </a:solidFill>
                <a:effectLst/>
                <a:uFillTx/>
                <a:latin typeface="Gabriola"/>
              </a:rPr>
              <a:t>Oportunidades de negocio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"/>
          <p:cNvGrpSpPr/>
          <p:nvPr/>
        </p:nvGrpSpPr>
        <p:grpSpPr>
          <a:xfrm>
            <a:off x="918000" y="684000"/>
            <a:ext cx="2717640" cy="899640"/>
            <a:chOff x="918000" y="684000"/>
            <a:chExt cx="2717640" cy="899640"/>
          </a:xfrm>
        </p:grpSpPr>
        <p:sp>
          <p:nvSpPr>
            <p:cNvPr id="530" name=""/>
            <p:cNvSpPr/>
            <p:nvPr/>
          </p:nvSpPr>
          <p:spPr>
            <a:xfrm>
              <a:off x="918000" y="684000"/>
              <a:ext cx="2717640" cy="899640"/>
            </a:xfrm>
            <a:custGeom>
              <a:avLst/>
              <a:gdLst>
                <a:gd name="textAreaLeft" fmla="*/ 0 w 2717640"/>
                <a:gd name="textAreaRight" fmla="*/ 2718360 w 2717640"/>
                <a:gd name="textAreaTop" fmla="*/ 0 h 899640"/>
                <a:gd name="textAreaBottom" fmla="*/ 90036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7f59ae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1" name=""/>
            <p:cNvSpPr/>
            <p:nvPr/>
          </p:nvSpPr>
          <p:spPr>
            <a:xfrm>
              <a:off x="990000" y="756000"/>
              <a:ext cx="2501640" cy="755640"/>
            </a:xfrm>
            <a:custGeom>
              <a:avLst/>
              <a:gdLst>
                <a:gd name="textAreaLeft" fmla="*/ 0 w 2501640"/>
                <a:gd name="textAreaRight" fmla="*/ 2502360 w 2501640"/>
                <a:gd name="textAreaTop" fmla="*/ 0 h 755640"/>
                <a:gd name="textAreaBottom" fmla="*/ 75636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1044000" y="936000"/>
              <a:ext cx="395280" cy="395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33" name=""/>
          <p:cNvGrpSpPr/>
          <p:nvPr/>
        </p:nvGrpSpPr>
        <p:grpSpPr>
          <a:xfrm>
            <a:off x="918000" y="1836000"/>
            <a:ext cx="2717640" cy="899640"/>
            <a:chOff x="918000" y="1836000"/>
            <a:chExt cx="2717640" cy="899640"/>
          </a:xfrm>
        </p:grpSpPr>
        <p:sp>
          <p:nvSpPr>
            <p:cNvPr id="534" name=""/>
            <p:cNvSpPr/>
            <p:nvPr/>
          </p:nvSpPr>
          <p:spPr>
            <a:xfrm>
              <a:off x="918000" y="1836000"/>
              <a:ext cx="2717640" cy="899640"/>
            </a:xfrm>
            <a:custGeom>
              <a:avLst/>
              <a:gdLst>
                <a:gd name="textAreaLeft" fmla="*/ 0 w 2717640"/>
                <a:gd name="textAreaRight" fmla="*/ 2718360 w 2717640"/>
                <a:gd name="textAreaTop" fmla="*/ 0 h 899640"/>
                <a:gd name="textAreaBottom" fmla="*/ 90036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f8b622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5" name=""/>
            <p:cNvSpPr/>
            <p:nvPr/>
          </p:nvSpPr>
          <p:spPr>
            <a:xfrm>
              <a:off x="990000" y="1908000"/>
              <a:ext cx="2501640" cy="755640"/>
            </a:xfrm>
            <a:custGeom>
              <a:avLst/>
              <a:gdLst>
                <a:gd name="textAreaLeft" fmla="*/ 0 w 2501640"/>
                <a:gd name="textAreaRight" fmla="*/ 2502360 w 2501640"/>
                <a:gd name="textAreaTop" fmla="*/ 0 h 755640"/>
                <a:gd name="textAreaBottom" fmla="*/ 75636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1044000" y="2088000"/>
              <a:ext cx="395280" cy="395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37" name=""/>
          <p:cNvGrpSpPr/>
          <p:nvPr/>
        </p:nvGrpSpPr>
        <p:grpSpPr>
          <a:xfrm>
            <a:off x="918000" y="2988000"/>
            <a:ext cx="2717640" cy="899640"/>
            <a:chOff x="918000" y="2988000"/>
            <a:chExt cx="2717640" cy="899640"/>
          </a:xfrm>
        </p:grpSpPr>
        <p:sp>
          <p:nvSpPr>
            <p:cNvPr id="538" name=""/>
            <p:cNvSpPr/>
            <p:nvPr/>
          </p:nvSpPr>
          <p:spPr>
            <a:xfrm>
              <a:off x="918000" y="2988000"/>
              <a:ext cx="2717640" cy="899640"/>
            </a:xfrm>
            <a:custGeom>
              <a:avLst/>
              <a:gdLst>
                <a:gd name="textAreaLeft" fmla="*/ 0 w 2717640"/>
                <a:gd name="textAreaRight" fmla="*/ 2718360 w 2717640"/>
                <a:gd name="textAreaTop" fmla="*/ 0 h 899640"/>
                <a:gd name="textAreaBottom" fmla="*/ 90036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60c4e4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9" name=""/>
            <p:cNvSpPr/>
            <p:nvPr/>
          </p:nvSpPr>
          <p:spPr>
            <a:xfrm>
              <a:off x="990000" y="3060000"/>
              <a:ext cx="2501640" cy="755640"/>
            </a:xfrm>
            <a:custGeom>
              <a:avLst/>
              <a:gdLst>
                <a:gd name="textAreaLeft" fmla="*/ 0 w 2501640"/>
                <a:gd name="textAreaRight" fmla="*/ 2502360 w 2501640"/>
                <a:gd name="textAreaTop" fmla="*/ 0 h 755640"/>
                <a:gd name="textAreaBottom" fmla="*/ 75636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0" name=""/>
            <p:cNvSpPr/>
            <p:nvPr/>
          </p:nvSpPr>
          <p:spPr>
            <a:xfrm>
              <a:off x="1044000" y="3240000"/>
              <a:ext cx="395280" cy="395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541" name=""/>
          <p:cNvGrpSpPr/>
          <p:nvPr/>
        </p:nvGrpSpPr>
        <p:grpSpPr>
          <a:xfrm>
            <a:off x="918000" y="4140000"/>
            <a:ext cx="2717640" cy="899640"/>
            <a:chOff x="918000" y="4140000"/>
            <a:chExt cx="2717640" cy="899640"/>
          </a:xfrm>
        </p:grpSpPr>
        <p:sp>
          <p:nvSpPr>
            <p:cNvPr id="542" name=""/>
            <p:cNvSpPr/>
            <p:nvPr/>
          </p:nvSpPr>
          <p:spPr>
            <a:xfrm>
              <a:off x="918000" y="4140000"/>
              <a:ext cx="2717640" cy="899640"/>
            </a:xfrm>
            <a:custGeom>
              <a:avLst/>
              <a:gdLst>
                <a:gd name="textAreaLeft" fmla="*/ 0 w 2717640"/>
                <a:gd name="textAreaRight" fmla="*/ 2718360 w 2717640"/>
                <a:gd name="textAreaTop" fmla="*/ 0 h 899640"/>
                <a:gd name="textAreaBottom" fmla="*/ 90036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e54b89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2640" bIns="6264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3" name=""/>
            <p:cNvSpPr/>
            <p:nvPr/>
          </p:nvSpPr>
          <p:spPr>
            <a:xfrm>
              <a:off x="990000" y="4212000"/>
              <a:ext cx="2501640" cy="755640"/>
            </a:xfrm>
            <a:custGeom>
              <a:avLst/>
              <a:gdLst>
                <a:gd name="textAreaLeft" fmla="*/ 0 w 2501640"/>
                <a:gd name="textAreaRight" fmla="*/ 2502360 w 2501640"/>
                <a:gd name="textAreaTop" fmla="*/ 0 h 755640"/>
                <a:gd name="textAreaBottom" fmla="*/ 75636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1044000" y="4392000"/>
              <a:ext cx="395280" cy="395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45" name="PlaceHolder 1"/>
          <p:cNvSpPr>
            <a:spLocks noGrp="1"/>
          </p:cNvSpPr>
          <p:nvPr>
            <p:ph type="subTitle"/>
          </p:nvPr>
        </p:nvSpPr>
        <p:spPr>
          <a:xfrm>
            <a:off x="3960000" y="900000"/>
            <a:ext cx="3239280" cy="4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b="1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Servicios de mantenimiento predictivo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subTitle"/>
          </p:nvPr>
        </p:nvSpPr>
        <p:spPr>
          <a:xfrm>
            <a:off x="3960000" y="2088000"/>
            <a:ext cx="3239280" cy="4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b="1" lang="es-ES" sz="2400" strike="noStrike" u="none">
                <a:solidFill>
                  <a:srgbClr val="f8b622"/>
                </a:solidFill>
                <a:effectLst/>
                <a:uFillTx/>
                <a:latin typeface="Gabriola"/>
              </a:rPr>
              <a:t>Plataformas de análisis de datos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ubTitle"/>
          </p:nvPr>
        </p:nvSpPr>
        <p:spPr>
          <a:xfrm>
            <a:off x="3960000" y="3240000"/>
            <a:ext cx="3239280" cy="4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b="1" lang="es-ES" sz="2400" strike="noStrike" u="none">
                <a:solidFill>
                  <a:srgbClr val="60c4e4"/>
                </a:solidFill>
                <a:effectLst/>
                <a:uFillTx/>
                <a:latin typeface="Gabriola"/>
              </a:rPr>
              <a:t>Soluciones para eficiencia enérgetica y sostenibilidad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subTitle"/>
          </p:nvPr>
        </p:nvSpPr>
        <p:spPr>
          <a:xfrm>
            <a:off x="3960000" y="4320000"/>
            <a:ext cx="3239280" cy="4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b="1" lang="es-ES" sz="2400" strike="noStrike" u="none">
                <a:solidFill>
                  <a:srgbClr val="e54b89"/>
                </a:solidFill>
                <a:effectLst/>
                <a:uFillTx/>
                <a:latin typeface="Gabriola"/>
              </a:rPr>
              <a:t>Negocios basados en datos, consultoría, integración y ciberseguridad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>
            <a:off x="5166000" y="774000"/>
            <a:ext cx="4157640" cy="4157640"/>
          </a:xfrm>
          <a:custGeom>
            <a:avLst/>
            <a:gdLst>
              <a:gd name="textAreaLeft" fmla="*/ 0 w 4157640"/>
              <a:gd name="textAreaRight" fmla="*/ 4158360 w 4157640"/>
              <a:gd name="textAreaTop" fmla="*/ 0 h 4157640"/>
              <a:gd name="textAreaBottom" fmla="*/ 4158360 h 4157640"/>
            </a:gdLst>
            <a:ahLst/>
            <a:cxnLst/>
            <a:rect l="textAreaLeft" t="textAreaTop" r="textAreaRight" b="textAreaBottom"/>
            <a:pathLst>
              <a:path w="11551" h="11551">
                <a:moveTo>
                  <a:pt x="0" y="0"/>
                </a:moveTo>
                <a:cubicBezTo>
                  <a:pt x="3850" y="0"/>
                  <a:pt x="7701" y="0"/>
                  <a:pt x="11551" y="0"/>
                </a:cubicBezTo>
                <a:cubicBezTo>
                  <a:pt x="11551" y="3851"/>
                  <a:pt x="11551" y="7700"/>
                  <a:pt x="11551" y="11551"/>
                </a:cubicBezTo>
                <a:cubicBezTo>
                  <a:pt x="7701" y="11551"/>
                  <a:pt x="3850" y="11551"/>
                  <a:pt x="0" y="11551"/>
                </a:cubicBezTo>
                <a:cubicBezTo>
                  <a:pt x="0" y="7700"/>
                  <a:pt x="0" y="3851"/>
                  <a:pt x="0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7f59ae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5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36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Relación con los ODS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/>
          </p:nvPr>
        </p:nvSpPr>
        <p:spPr>
          <a:xfrm>
            <a:off x="360000" y="1414440"/>
            <a:ext cx="4175280" cy="36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0">
              <a:lnSpc>
                <a:spcPct val="100000"/>
              </a:lnSpc>
              <a:spcBef>
                <a:spcPts val="1414"/>
              </a:spcBef>
              <a:buNone/>
              <a:tabLst>
                <a:tab algn="l" pos="0"/>
              </a:tabLst>
            </a:pP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ODS 7: Eficiencia energética mediante redes y edificios inteligentes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ODS 9: Innovación e infraestructura resiliente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ODS 11: Ciudades sostenibles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ODS 12: Consumo responsable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" sz="2400" strike="noStrike" u="none">
                <a:solidFill>
                  <a:srgbClr val="7f59ae"/>
                </a:solidFill>
                <a:effectLst/>
                <a:uFillTx/>
                <a:latin typeface="Gabriola"/>
              </a:rPr>
              <a:t>ODS 13: Reduccion de emisiones mediante optimizacion de recursos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1620000" y="360000"/>
            <a:ext cx="431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ES" sz="4800" strike="noStrike" u="none">
                <a:solidFill>
                  <a:srgbClr val="60c4e4"/>
                </a:solidFill>
                <a:effectLst/>
                <a:uFillTx/>
                <a:latin typeface="Gabriola"/>
              </a:rPr>
              <a:t>Criterios de sostenibilidad</a:t>
            </a:r>
            <a:endParaRPr b="0" lang="es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900360" y="1347120"/>
            <a:ext cx="4859280" cy="33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Diseño de dispositivos de bajo consumo y duraderos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Reducción de residuos electrónicos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Uso responsable y ético de los datos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Inclusión social y acceso equitativo a la tecnología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60c4e4"/>
                </a:solidFill>
                <a:effectLst/>
                <a:uFillTx/>
                <a:latin typeface="Gabriola"/>
                <a:ea typeface="DejaVu Sans"/>
              </a:rPr>
              <a:t>Evaluación del impacto ambiental y social de los proyectos IoT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"/>
          <p:cNvGrpSpPr/>
          <p:nvPr/>
        </p:nvGrpSpPr>
        <p:grpSpPr>
          <a:xfrm>
            <a:off x="1890000" y="3672000"/>
            <a:ext cx="6300000" cy="128880"/>
            <a:chOff x="1890000" y="3672000"/>
            <a:chExt cx="6300000" cy="128880"/>
          </a:xfrm>
        </p:grpSpPr>
        <p:sp>
          <p:nvSpPr>
            <p:cNvPr id="555" name=""/>
            <p:cNvSpPr/>
            <p:nvPr/>
          </p:nvSpPr>
          <p:spPr>
            <a:xfrm>
              <a:off x="1890000" y="3736800"/>
              <a:ext cx="234000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4521600" y="3672000"/>
              <a:ext cx="128880" cy="1288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4824000" y="3672000"/>
              <a:ext cx="128880" cy="1288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5126400" y="3672000"/>
              <a:ext cx="128880" cy="1288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59" name=""/>
            <p:cNvSpPr/>
            <p:nvPr/>
          </p:nvSpPr>
          <p:spPr>
            <a:xfrm>
              <a:off x="5428800" y="3672000"/>
              <a:ext cx="128880" cy="1288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s-E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5850000" y="3736800"/>
              <a:ext cx="234000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s-ES" sz="1400" strike="noStrike" u="none">
                <a:solidFill>
                  <a:srgbClr val="f8b622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504000" y="2304000"/>
            <a:ext cx="9071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6600" strike="noStrike" u="none">
                <a:solidFill>
                  <a:srgbClr val="bf0041"/>
                </a:solidFill>
                <a:effectLst/>
                <a:uFillTx/>
                <a:latin typeface="Gabriola"/>
              </a:rPr>
              <a:t>Gracias por su atención</a:t>
            </a:r>
            <a:endParaRPr b="0" lang="es-E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2025-12-13T15:25:44Z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es-ES</dc:language>
  <cp:lastModifiedBy/>
  <dcterms:modified xsi:type="dcterms:W3CDTF">2025-12-13T16:42:55Z</dcterms:modified>
  <cp:revision>4</cp:revision>
  <dc:subject/>
  <dc:title>Candy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